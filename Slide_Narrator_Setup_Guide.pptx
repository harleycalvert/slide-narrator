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tup" id="{a7b95ea0-ce11-377e-a2df-c19962b5485a}">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Narrator turns your speaker notes into a narrated PowerPoint and a video. This voice was made with it. Setup takes four steps. Let's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need Windows 10 or 11, PowerPoint from Microsoft 365, and these five downloads. The links are on screen. Pause the video if you need to copy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Extract both voice zips into permanent folders, because the voices stop working if you move them. Run the adapter's Installer as administrator. Tick Enable Microsoft Edge online voices. Set Local voice path to your Australian voices folder. Then click Install 32 bit and Install 64 bit, and check both say Installed.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Make a Slide Narrator folder. Unzip the Slide Narrator files into it, copy in F F mpeg, and extract balcon into a sub folder called balcon. It should look like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Double click the batch file. A black window opens behind the app. Leave it there. If the app ever closes, its message explains why. Click Test voices, pick a voice that shows OK, and click Preview to hear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four. Drag in your presentations, or a whole folder. Choose a voice. For video, we recommend the fast F F mpeg H dot two six four method, at 4K, with one frame per slide. It's sharp, small, quick to build, and plays everywhere. Click Start. Everything is saved next to your originals, which are never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fixes. If a voice says Class not registered, rerun the adapter installer as administrator and reinstall both versions. If online voices fail, lower Slides at once. If an H dot two six five video won't play in a browser, use H dot two six four. For anything else, check the log next to your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versions. It began as a one deck script, became an app, got more reliable, gained better voice support, learned to batch, now builds fast videos with F F mpeg, and adds chapters, smaller audio, and more video choices. That's it. Happy narrating.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10698480" cy="457200"/>
          </a:xfrm>
          <a:prstGeom prst="rect">
            <a:avLst/>
          </a:prstGeom>
          <a:noFill/>
          <a:ln/>
        </p:spPr>
        <p:txBody>
          <a:bodyPr wrap="square" rtlCol="0"/>
          <a:lstStyle>
            <a:lvl1pPr indent="0" marL="0">
              <a:buNone/>
              <a:defRPr lang="en-US" sz="1800" b="1" dirty="0">
                <a:solidFill>
                  <a:schemeClr val="accent2"/>
                </a:solidFill>
                <a:latin typeface="Arial" pitchFamily="34" charset="0"/>
                <a:ea typeface="Arial" pitchFamily="34" charset="-122"/>
                <a:cs typeface="Arial" pitchFamily="34" charset="-120"/>
              </a:defRPr>
            </a:lvl1pPr>
          </a:lstStyle>
          <a:p>
            <a:pPr indent="0" marL="0">
              <a:buNone/>
            </a:pPr>
            <a:endParaRPr lang="en-US" sz="1800" dirty="0"/>
          </a:p>
        </p:txBody>
      </p:sp>
      <p:sp>
        <p:nvSpPr>
          <p:cNvPr id="3" name="Text 0"/>
          <p:cNvSpPr/>
          <p:nvPr>
            <p:ph idx="101" type="title" hasCustomPrompt="1"/>
          </p:nvPr>
        </p:nvSpPr>
        <p:spPr>
          <a:xfrm>
            <a:off x="731520" y="1965960"/>
            <a:ext cx="10698480" cy="18288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4069080"/>
            <a:ext cx="10698480" cy="1463040"/>
          </a:xfrm>
          <a:prstGeom prst="rect">
            <a:avLst/>
          </a:prstGeom>
          <a:noFill/>
          <a:ln/>
        </p:spPr>
        <p:txBody>
          <a:bodyPr wrap="square" rtlCol="0"/>
          <a:lstStyle>
            <a:lvl1pPr indent="0" marL="0">
              <a:buNone/>
              <a:defRPr lang="en-US" sz="2000" dirty="0">
                <a:solidFill>
                  <a:schemeClr val="accent4"/>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548640"/>
          </a:xfrm>
          <a:prstGeom prst="rect">
            <a:avLst/>
          </a:prstGeom>
          <a:noFill/>
          <a:ln/>
        </p:spPr>
        <p:txBody>
          <a:bodyPr wrap="square" rtlCol="0"/>
          <a:lstStyle>
            <a:lvl1pPr indent="0" marL="0">
              <a:buNone/>
              <a:defRPr lang="en-US" sz="2200" b="1" dirty="0">
                <a:solidFill>
                  <a:schemeClr val="accent2"/>
                </a:solidFill>
                <a:latin typeface="Arial" pitchFamily="34" charset="0"/>
                <a:ea typeface="Arial" pitchFamily="34" charset="-122"/>
                <a:cs typeface="Arial" pitchFamily="34" charset="-120"/>
              </a:defRPr>
            </a:lvl1pPr>
          </a:lstStyle>
          <a:p>
            <a:pPr indent="0" marL="0">
              <a:buNone/>
            </a:pPr>
            <a:endParaRPr lang="en-US" sz="2200" dirty="0"/>
          </a:p>
        </p:txBody>
      </p:sp>
      <p:sp>
        <p:nvSpPr>
          <p:cNvPr id="3" name="Text 0"/>
          <p:cNvSpPr/>
          <p:nvPr>
            <p:ph idx="101" type="title" hasCustomPrompt="1"/>
          </p:nvPr>
        </p:nvSpPr>
        <p:spPr>
          <a:xfrm>
            <a:off x="731520" y="1783080"/>
            <a:ext cx="8138160" cy="329184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nvSpPr>
        <p:spPr>
          <a:xfrm>
            <a:off x="731520" y="6355080"/>
            <a:ext cx="9144000" cy="320040"/>
          </a:xfrm>
          <a:prstGeom prst="rect">
            <a:avLst/>
          </a:prstGeom>
          <a:noFill/>
          <a:ln/>
        </p:spPr>
        <p:txBody>
          <a:bodyPr wrap="square" lIns="0" tIns="0" rIns="0" bIns="0" rtlCol="0" anchor="ctr"/>
          <a:lstStyle/>
          <a:p>
            <a:pPr indent="0" marL="0">
              <a:buNone/>
            </a:pPr>
            <a:r>
              <a:rPr lang="en-US" sz="1000" dirty="0">
                <a:solidFill>
                  <a:schemeClr val="accent4"/>
                </a:solidFill>
              </a:rPr>
              <a:t>Slide Narrator  |  Setup guide</a:t>
            </a:r>
            <a:endParaRPr lang="en-US" sz="10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7CDEE"/>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19088"/>
            <a:ext cx="9144000" cy="274320"/>
          </a:xfrm>
          <a:prstGeom prst="rect">
            <a:avLst/>
          </a:prstGeom>
          <a:noFill/>
          <a:ln/>
        </p:spPr>
        <p:txBody>
          <a:bodyPr wrap="square" lIns="0" tIns="0" rIns="0" bIns="0" rtlCol="0" anchor="ctr"/>
          <a:lstStyle/>
          <a:p>
            <a:pPr indent="0" marL="0">
              <a:buNone/>
            </a:pPr>
            <a:r>
              <a:rPr lang="en-US" sz="1000" dirty="0">
                <a:solidFill>
                  <a:schemeClr val="accent6"/>
                </a:solidFill>
              </a:rPr>
              <a:t>Slide Narrator  |  Setup guide</a:t>
            </a:r>
            <a:endParaRPr lang="en-US" sz="10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LETE">
    <p:bg>
      <p:bgPr>
        <a:solidFill>
          <a:schemeClr val="accent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017520" y="2103120"/>
            <a:ext cx="8595360" cy="1371600"/>
          </a:xfrm>
          <a:prstGeom prst="rect">
            <a:avLst/>
          </a:prstGeom>
          <a:noFill/>
          <a:ln/>
        </p:spPr>
        <p:txBody>
          <a:bodyPr wrap="square" rtlCol="0"/>
          <a:lstStyle>
            <a:lvl1pPr algn="l" indent="0" marL="0">
              <a:buNone/>
              <a:defRPr lang="en-US" sz="4800" b="1" dirty="0">
                <a:solidFill>
                  <a:schemeClr val="tx2"/>
                </a:solidFill>
              </a:defRPr>
            </a:lvl1pPr>
          </a:lstStyle>
          <a:p>
            <a:pPr algn="l" indent="0" marL="0">
              <a:buNone/>
            </a:pPr>
            <a:endParaRPr lang="en-US" sz="4800" dirty="0"/>
          </a:p>
        </p:txBody>
      </p:sp>
      <p:sp>
        <p:nvSpPr>
          <p:cNvPr id="3" name="Text 0"/>
          <p:cNvSpPr/>
          <p:nvPr>
            <p:ph idx="101" type="body" hasCustomPrompt="1"/>
          </p:nvPr>
        </p:nvSpPr>
        <p:spPr>
          <a:xfrm>
            <a:off x="3017520" y="3566160"/>
            <a:ext cx="8229600" cy="1463040"/>
          </a:xfrm>
          <a:prstGeom prst="rect">
            <a:avLst/>
          </a:prstGeom>
          <a:noFill/>
          <a:ln/>
        </p:spPr>
        <p:txBody>
          <a:bodyPr wrap="square" rtlCol="0"/>
          <a:lstStyle>
            <a:lvl1pPr indent="0" marL="0">
              <a:buNone/>
              <a:defRPr lang="en-US" sz="2000" dirty="0">
                <a:solidFill>
                  <a:schemeClr val="tx1"/>
                </a:solidFill>
              </a:defRPr>
            </a:lvl1pPr>
          </a:lstStyle>
          <a:p>
            <a:pPr indent="0" marL="0">
              <a:buNone/>
            </a:pPr>
            <a:endParaRPr lang="en-US" sz="2000" dirty="0"/>
          </a:p>
        </p:txBody>
      </p:sp>
      <p:sp>
        <p:nvSpPr>
          <p:cNvPr id="4" name="Text 0"/>
          <p:cNvSpPr/>
          <p:nvPr/>
        </p:nvSpPr>
        <p:spPr>
          <a:xfrm>
            <a:off x="548640" y="6419088"/>
            <a:ext cx="9144000" cy="274320"/>
          </a:xfrm>
          <a:prstGeom prst="rect">
            <a:avLst/>
          </a:prstGeom>
          <a:noFill/>
          <a:ln/>
        </p:spPr>
        <p:txBody>
          <a:bodyPr wrap="square" lIns="0" tIns="0" rIns="0" bIns="0" rtlCol="0" anchor="ctr"/>
          <a:lstStyle/>
          <a:p>
            <a:pPr indent="0" marL="0">
              <a:buNone/>
            </a:pPr>
            <a:r>
              <a:rPr lang="en-US" sz="1000" dirty="0">
                <a:solidFill>
                  <a:schemeClr val="tx2"/>
                </a:solidFill>
              </a:rPr>
              <a:t>Slide Narrator  |  Setup guide</a:t>
            </a:r>
            <a:endParaRPr lang="en-US" sz="10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5336C"/>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7CDE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github.com/gexgd0419/NaturalVoiceSAPIAdapter/releases" TargetMode="External"/><Relationship Id="rId2" Type="http://schemas.openxmlformats.org/officeDocument/2006/relationships/hyperlink" Target="https://www.cross-plus-a.com/voice.htm" TargetMode="External"/><Relationship Id="rId3" Type="http://schemas.openxmlformats.org/officeDocument/2006/relationships/hyperlink" Target="https://www.cross-plus-a.com/bconsole.htm" TargetMode="External"/><Relationship Id="rId4" Type="http://schemas.openxmlformats.org/officeDocument/2006/relationships/hyperlink" Target="https://ffmpeg.org/download.html" TargetMode="External"/><Relationship Id="rId5" Type="http://schemas.openxmlformats.org/officeDocument/2006/relationships/image" Target="../media/image-2-1.png"/><Relationship Id="rId6" Type="http://schemas.openxmlformats.org/officeDocument/2006/relationships/slideLayout" Target="../slideLayouts/slideLayout4.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4.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10698480" cy="457200"/>
          </a:xfrm>
          <a:prstGeom prst="rect">
            <a:avLst/>
          </a:prstGeom>
          <a:noFill/>
          <a:ln/>
        </p:spPr>
        <p:txBody>
          <a:bodyPr wrap="square" lIns="0" tIns="0" rIns="0" bIns="0" rtlCol="0"/>
          <a:lstStyle/>
          <a:p>
            <a:pPr indent="0" marL="0">
              <a:buNone/>
            </a:pPr>
            <a:r>
              <a:rPr lang="en-US" sz="1800" b="1" dirty="0">
                <a:solidFill>
                  <a:schemeClr val="accent2"/>
                </a:solidFill>
                <a:latin typeface="Arial" pitchFamily="34" charset="0"/>
                <a:ea typeface="Arial" pitchFamily="34" charset="-122"/>
                <a:cs typeface="Arial" pitchFamily="34" charset="-120"/>
              </a:rPr>
              <a:t>SETUP GUIDE</a:t>
            </a:r>
            <a:endParaRPr lang="en-US" sz="1800" dirty="0"/>
          </a:p>
        </p:txBody>
      </p:sp>
      <p:sp>
        <p:nvSpPr>
          <p:cNvPr id="3" name="Text 0"/>
          <p:cNvSpPr/>
          <p:nvPr>
            <p:ph idx="101" type="title" hasCustomPrompt="1"/>
          </p:nvPr>
        </p:nvSpPr>
        <p:spPr>
          <a:xfrm>
            <a:off x="731520" y="1965960"/>
            <a:ext cx="10698480" cy="1828800"/>
          </a:xfrm>
          <a:prstGeom prst="rect">
            <a:avLst/>
          </a:prstGeom>
          <a:noFill/>
          <a:ln/>
        </p:spPr>
        <p:txBody>
          <a:bodyPr wrap="square" lIns="0" tIns="0" rIns="0" bIns="0" rtlCol="0" anchor="t"/>
          <a:lstStyle/>
          <a:p>
            <a:pPr algn="l" indent="0" marL="0">
              <a:buNone/>
            </a:pPr>
            <a:r>
              <a:rPr lang="en-US" sz="4400" b="1" dirty="0">
                <a:solidFill>
                  <a:schemeClr val="bg1"/>
                </a:solidFill>
              </a:rPr>
              <a:t>Slide Narrator</a:t>
            </a:r>
            <a:endParaRPr lang="en-US" sz="4400" dirty="0"/>
          </a:p>
        </p:txBody>
      </p:sp>
      <p:sp>
        <p:nvSpPr>
          <p:cNvPr id="4" name="Text 0"/>
          <p:cNvSpPr/>
          <p:nvPr>
            <p:ph idx="102" type="body" hasCustomPrompt="1"/>
          </p:nvPr>
        </p:nvSpPr>
        <p:spPr>
          <a:xfrm>
            <a:off x="731520" y="4069080"/>
            <a:ext cx="10698480" cy="1463040"/>
          </a:xfrm>
          <a:prstGeom prst="rect">
            <a:avLst/>
          </a:prstGeom>
          <a:noFill/>
          <a:ln/>
        </p:spPr>
        <p:txBody>
          <a:bodyPr wrap="square" lIns="0" tIns="0" rIns="0" bIns="0" rtlCol="0" anchor="t"/>
          <a:lstStyle/>
          <a:p>
            <a:pPr indent="0" marL="0">
              <a:buNone/>
            </a:pPr>
            <a:r>
              <a:rPr lang="en-US" sz="2000" dirty="0">
                <a:solidFill>
                  <a:schemeClr val="accent4"/>
                </a:solidFill>
              </a:rPr>
              <a:t>Speaker notes in, narrated PowerPoint and video out</a:t>
            </a:r>
            <a:endParaRPr lang="en-US" sz="2000" dirty="0"/>
          </a:p>
          <a:p>
            <a:pPr indent="0" marL="0">
              <a:buNone/>
            </a:pPr>
            <a:r>
              <a:rPr lang="en-US" sz="2000" dirty="0">
                <a:solidFill>
                  <a:schemeClr val="accent4"/>
                </a:solidFill>
              </a:rPr>
              <a:t>Set up in four steps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What you need</a:t>
            </a:r>
            <a:endParaRPr lang="en-US" sz="3000" dirty="0"/>
          </a:p>
        </p:txBody>
      </p:sp>
      <p:graphicFrame>
        <p:nvGraphicFramePr>
          <p:cNvPr id="3" name="downloads"/>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4297680"/>
                <a:gridCol w="5120640"/>
                <a:gridCol w="1645920"/>
              </a:tblGrid>
              <a:tr h="566928">
                <a:tc>
                  <a:txBody>
                    <a:bodyPr/>
                    <a:lstStyle/>
                    <a:p>
                      <a:pPr indent="0" marL="0">
                        <a:buNone/>
                      </a:pPr>
                      <a:r>
                        <a:rPr lang="en-US" sz="1500" b="1" dirty="0">
                          <a:solidFill>
                            <a:schemeClr val="bg1"/>
                          </a:solidFill>
                          <a:latin typeface="Arial" pitchFamily="34" charset="0"/>
                          <a:ea typeface="Arial" pitchFamily="34" charset="-122"/>
                          <a:cs typeface="Arial" pitchFamily="34" charset="-120"/>
                        </a:rPr>
                        <a:t>Download</a:t>
                      </a:r>
                      <a:endParaRPr lang="en-US" sz="1500" dirty="0">
                        <a:latin typeface="Arial" charset="0"/>
                        <a:ea typeface="Arial" charset="0"/>
                        <a:cs typeface="Arial" charset="0"/>
                      </a:endParaRPr>
                    </a:p>
                  </a:txBody>
                  <a:tcPr marL="109728" marR="109728"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Arial" pitchFamily="34" charset="0"/>
                          <a:ea typeface="Arial" pitchFamily="34" charset="-122"/>
                          <a:cs typeface="Arial" pitchFamily="34" charset="-120"/>
                        </a:rPr>
                        <a:t>Get it from</a:t>
                      </a:r>
                      <a:endParaRPr lang="en-US" sz="1500" dirty="0">
                        <a:latin typeface="Arial" charset="0"/>
                        <a:ea typeface="Arial" charset="0"/>
                        <a:cs typeface="Arial" charset="0"/>
                      </a:endParaRPr>
                    </a:p>
                  </a:txBody>
                  <a:tcPr marL="109728" marR="109728"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Arial" pitchFamily="34" charset="0"/>
                          <a:ea typeface="Arial" pitchFamily="34" charset="-122"/>
                          <a:cs typeface="Arial" pitchFamily="34" charset="-120"/>
                        </a:rPr>
                        <a:t>Needed?</a:t>
                      </a:r>
                      <a:endParaRPr lang="en-US" sz="1500" dirty="0">
                        <a:latin typeface="Arial" charset="0"/>
                        <a:ea typeface="Arial" charset="0"/>
                        <a:cs typeface="Arial" charset="0"/>
                      </a:endParaRPr>
                    </a:p>
                  </a:txBody>
                  <a:tcPr marL="109728" marR="109728"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566928">
                <a:tc>
                  <a:txBody>
                    <a:bodyPr/>
                    <a:lstStyle/>
                    <a:p>
                      <a:pPr indent="0" marL="0">
                        <a:buNone/>
                      </a:pPr>
                      <a:r>
                        <a:rPr lang="en-US" sz="1500" b="1" dirty="0">
                          <a:solidFill>
                            <a:schemeClr val="tx2"/>
                          </a:solidFill>
                        </a:rPr>
                        <a:t>NaturalVoiceSAPIAdapter_v0.2.9_x86_x64.zip</a:t>
                      </a:r>
                      <a:endParaRPr lang="en-US" sz="1500" dirty="0"/>
                    </a:p>
                  </a:txBody>
                  <a:tcPr marL="109728" marR="109728"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u="sng" dirty="0">
                          <a:solidFill>
                            <a:schemeClr val="accent3"/>
                          </a:solidFill>
                          <a:hlinkClick r:id="rId1" invalidUrl="" action="" tgtFrame="" tooltip="" history="1" highlightClick="0" endSnd="0">
                            <a:extLst>
                              <a:ext uri="{A12FA001-AC4F-418D-AE19-62706E023703}">
                                <ahyp:hlinkClr xmlns:ahyp="http://schemas.microsoft.com/office/drawing/2018/hyperlinkcolor" val="tx"/>
                              </a:ext>
                            </a:extLst>
                          </a:hlinkClick>
                        </a:rPr>
                        <a:t>github.com/gexgd0419/NaturalVoiceSAPIAdapter/releases</a:t>
                      </a:r>
                      <a:endParaRPr lang="en-US" sz="1500" dirty="0"/>
                    </a:p>
                  </a:txBody>
                  <a:tcPr marL="109728" marR="109728"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dirty="0"/>
                        <a:t>Required</a:t>
                      </a:r>
                      <a:endParaRPr lang="en-US" sz="1500" dirty="0"/>
                    </a:p>
                  </a:txBody>
                  <a:tcPr marL="109728" marR="109728"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66928">
                <a:tc>
                  <a:txBody>
                    <a:bodyPr/>
                    <a:lstStyle/>
                    <a:p>
                      <a:pPr indent="0" marL="0">
                        <a:buNone/>
                      </a:pPr>
                      <a:r>
                        <a:rPr lang="en-US" sz="1500" b="1" dirty="0">
                          <a:solidFill>
                            <a:schemeClr val="tx2"/>
                          </a:solidFill>
                        </a:rPr>
                        <a:t>ms_natural_voice_en_au.zip</a:t>
                      </a:r>
                      <a:endParaRPr lang="en-US" sz="1500" dirty="0"/>
                    </a:p>
                  </a:txBody>
                  <a:tcPr marL="109728" marR="109728"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500" u="sng" dirty="0">
                          <a:solidFill>
                            <a:schemeClr val="accent3"/>
                          </a:solidFill>
                          <a:hlinkClick r:id="rId2" invalidUrl="" action="" tgtFrame="" tooltip="" history="1" highlightClick="0" endSnd="0">
                            <a:extLst>
                              <a:ext uri="{A12FA001-AC4F-418D-AE19-62706E023703}">
                                <ahyp:hlinkClr xmlns:ahyp="http://schemas.microsoft.com/office/drawing/2018/hyperlinkcolor" val="tx"/>
                              </a:ext>
                            </a:extLst>
                          </a:hlinkClick>
                        </a:rPr>
                        <a:t>www.cross-plus-a.com/voice.htm</a:t>
                      </a:r>
                      <a:endParaRPr lang="en-US" sz="1500" dirty="0"/>
                    </a:p>
                  </a:txBody>
                  <a:tcPr marL="109728" marR="109728"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500" dirty="0"/>
                        <a:t>Recommended</a:t>
                      </a:r>
                      <a:endParaRPr lang="en-US" sz="1500" dirty="0"/>
                    </a:p>
                  </a:txBody>
                  <a:tcPr marL="109728" marR="109728"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566928">
                <a:tc>
                  <a:txBody>
                    <a:bodyPr/>
                    <a:lstStyle/>
                    <a:p>
                      <a:pPr indent="0" marL="0">
                        <a:buNone/>
                      </a:pPr>
                      <a:r>
                        <a:rPr lang="en-US" sz="1500" b="1" dirty="0">
                          <a:solidFill>
                            <a:schemeClr val="tx2"/>
                          </a:solidFill>
                        </a:rPr>
                        <a:t>balcon.zip</a:t>
                      </a:r>
                      <a:endParaRPr lang="en-US" sz="1500" dirty="0"/>
                    </a:p>
                  </a:txBody>
                  <a:tcPr marL="109728" marR="109728"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u="sng" dirty="0">
                          <a:solidFill>
                            <a:schemeClr val="accent3"/>
                          </a:solidFill>
                          <a:hlinkClick r:id="rId3" invalidUrl="" action="" tgtFrame="" tooltip="" history="1" highlightClick="0" endSnd="0">
                            <a:extLst>
                              <a:ext uri="{A12FA001-AC4F-418D-AE19-62706E023703}">
                                <ahyp:hlinkClr xmlns:ahyp="http://schemas.microsoft.com/office/drawing/2018/hyperlinkcolor" val="tx"/>
                              </a:ext>
                            </a:extLst>
                          </a:hlinkClick>
                        </a:rPr>
                        <a:t>www.cross-plus-a.com/bconsole.htm</a:t>
                      </a:r>
                      <a:endParaRPr lang="en-US" sz="1500" dirty="0"/>
                    </a:p>
                  </a:txBody>
                  <a:tcPr marL="109728" marR="109728"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dirty="0"/>
                        <a:t>Recommended</a:t>
                      </a:r>
                      <a:endParaRPr lang="en-US" sz="1500" dirty="0"/>
                    </a:p>
                  </a:txBody>
                  <a:tcPr marL="109728" marR="109728"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66928">
                <a:tc>
                  <a:txBody>
                    <a:bodyPr/>
                    <a:lstStyle/>
                    <a:p>
                      <a:pPr indent="0" marL="0">
                        <a:buNone/>
                      </a:pPr>
                      <a:r>
                        <a:rPr lang="en-US" sz="1500" b="1" dirty="0">
                          <a:solidFill>
                            <a:schemeClr val="tx2"/>
                          </a:solidFill>
                        </a:rPr>
                        <a:t>ffmpeg.exe</a:t>
                      </a:r>
                      <a:endParaRPr lang="en-US" sz="1500" dirty="0"/>
                    </a:p>
                  </a:txBody>
                  <a:tcPr marL="109728" marR="109728"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500" u="sng" dirty="0">
                          <a:solidFill>
                            <a:schemeClr val="accent3"/>
                          </a:solidFill>
                          <a:hlinkClick r:id="rId4" invalidUrl="" action="" tgtFrame="" tooltip="" history="1" highlightClick="0" endSnd="0">
                            <a:extLst>
                              <a:ext uri="{A12FA001-AC4F-418D-AE19-62706E023703}">
                                <ahyp:hlinkClr xmlns:ahyp="http://schemas.microsoft.com/office/drawing/2018/hyperlinkcolor" val="tx"/>
                              </a:ext>
                            </a:extLst>
                          </a:hlinkClick>
                        </a:rPr>
                        <a:t>ffmpeg.org/download.html</a:t>
                      </a:r>
                      <a:endParaRPr lang="en-US" sz="1500" dirty="0"/>
                    </a:p>
                  </a:txBody>
                  <a:tcPr marL="109728" marR="109728"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500" dirty="0"/>
                        <a:t>Recommended</a:t>
                      </a:r>
                      <a:endParaRPr lang="en-US" sz="1500" dirty="0"/>
                    </a:p>
                  </a:txBody>
                  <a:tcPr marL="109728" marR="109728"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566928">
                <a:tc>
                  <a:txBody>
                    <a:bodyPr/>
                    <a:lstStyle/>
                    <a:p>
                      <a:pPr indent="0" marL="0">
                        <a:buNone/>
                      </a:pPr>
                      <a:r>
                        <a:rPr lang="en-US" sz="1500" b="1" dirty="0">
                          <a:solidFill>
                            <a:schemeClr val="tx2"/>
                          </a:solidFill>
                        </a:rPr>
                        <a:t>Slide-Narrator.zip</a:t>
                      </a:r>
                      <a:endParaRPr lang="en-US" sz="1500" dirty="0"/>
                    </a:p>
                  </a:txBody>
                  <a:tcPr marL="109728" marR="109728"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dirty="0"/>
                        <a:t>Supplied with this guide</a:t>
                      </a:r>
                      <a:endParaRPr lang="en-US" sz="1500" dirty="0"/>
                    </a:p>
                  </a:txBody>
                  <a:tcPr marL="109728" marR="109728"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dirty="0"/>
                        <a:t>Required</a:t>
                      </a:r>
                      <a:endParaRPr lang="en-US" sz="1500" dirty="0"/>
                    </a:p>
                  </a:txBody>
                  <a:tcPr marL="109728" marR="109728"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key point"/>
          <p:cNvSpPr/>
          <p:nvPr/>
        </p:nvSpPr>
        <p:spPr>
          <a:xfrm>
            <a:off x="548640" y="5349240"/>
            <a:ext cx="11064240" cy="777240"/>
          </a:xfrm>
          <a:prstGeom prst="roundRect">
            <a:avLst>
              <a:gd name="adj" fmla="val 9412"/>
            </a:avLst>
          </a:prstGeom>
          <a:solidFill>
            <a:schemeClr val="tx2"/>
          </a:solidFill>
          <a:ln/>
        </p:spPr>
      </p:sp>
      <p:pic>
        <p:nvPicPr>
          <p:cNvPr id="6" name="key icon" descr="preencoded.png">    </p:cNvPr>
          <p:cNvPicPr>
            <a:picLocks noChangeAspect="1"/>
          </p:cNvPicPr>
          <p:nvPr/>
        </p:nvPicPr>
        <p:blipFill>
          <a:blip r:embed="rId5"/>
          <a:stretch>
            <a:fillRect/>
          </a:stretch>
        </p:blipFill>
        <p:spPr>
          <a:xfrm>
            <a:off x="777240" y="5554980"/>
            <a:ext cx="365760" cy="365760"/>
          </a:xfrm>
          <a:prstGeom prst="rect">
            <a:avLst/>
          </a:prstGeom>
        </p:spPr>
      </p:pic>
      <p:sp>
        <p:nvSpPr>
          <p:cNvPr id="7" name="Text 2"/>
          <p:cNvSpPr txBox="1"/>
          <p:nvPr/>
        </p:nvSpPr>
        <p:spPr>
          <a:xfrm>
            <a:off x="1325880" y="5349240"/>
            <a:ext cx="10058400" cy="777240"/>
          </a:xfrm>
          <a:prstGeom prst="rect">
            <a:avLst/>
          </a:prstGeom>
          <a:noFill/>
          <a:ln/>
        </p:spPr>
        <p:txBody>
          <a:bodyPr wrap="square" lIns="0" tIns="0" rIns="0" bIns="0" rtlCol="0" anchor="ctr"/>
          <a:lstStyle/>
          <a:p>
            <a:pPr indent="0" marL="0">
              <a:buNone/>
            </a:pPr>
            <a:r>
              <a:rPr lang="en-US" sz="1600" dirty="0">
                <a:solidFill>
                  <a:schemeClr val="bg1"/>
                </a:solidFill>
              </a:rPr>
              <a:t>Unblock each zip before extracting: right-click, Properties, tick Unblock, OK.</a:t>
            </a:r>
            <a:endParaRPr lang="en-US" sz="16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Step 1: Install the voices</a:t>
            </a:r>
            <a:endParaRPr lang="en-US" sz="3000" dirty="0"/>
          </a:p>
        </p:txBody>
      </p:sp>
      <p:sp>
        <p:nvSpPr>
          <p:cNvPr id="4" name="step card 1"/>
          <p:cNvSpPr/>
          <p:nvPr/>
        </p:nvSpPr>
        <p:spPr>
          <a:xfrm>
            <a:off x="548640" y="1874520"/>
            <a:ext cx="1993392" cy="3154680"/>
          </a:xfrm>
          <a:prstGeom prst="roundRect">
            <a:avLst>
              <a:gd name="adj" fmla="val 3670"/>
            </a:avLst>
          </a:prstGeom>
          <a:solidFill>
            <a:schemeClr val="bg2"/>
          </a:solidFill>
          <a:ln/>
        </p:spPr>
      </p:sp>
      <p:sp>
        <p:nvSpPr>
          <p:cNvPr id="5" name="step num 1"/>
          <p:cNvSpPr/>
          <p:nvPr/>
        </p:nvSpPr>
        <p:spPr>
          <a:xfrm>
            <a:off x="1133856" y="1463040"/>
            <a:ext cx="822960" cy="822960"/>
          </a:xfrm>
          <a:prstGeom prst="ellipse">
            <a:avLst/>
          </a:prstGeom>
          <a:solidFill>
            <a:schemeClr val="tx2"/>
          </a:solidFill>
          <a:ln w="38100">
            <a:solidFill>
              <a:schemeClr val="bg1"/>
            </a:solidFill>
            <a:prstDash val="solid"/>
          </a:ln>
        </p:spPr>
      </p:sp>
      <p:sp>
        <p:nvSpPr>
          <p:cNvPr id="6" name="Text 3"/>
          <p:cNvSpPr txBox="1"/>
          <p:nvPr/>
        </p:nvSpPr>
        <p:spPr>
          <a:xfrm>
            <a:off x="1133856" y="146304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latin typeface="Arial" pitchFamily="34" charset="0"/>
                <a:ea typeface="Arial" pitchFamily="34" charset="-122"/>
                <a:cs typeface="Arial" pitchFamily="34" charset="-120"/>
              </a:rPr>
              <a:t>1</a:t>
            </a:r>
            <a:endParaRPr lang="en-US" sz="2400" dirty="0"/>
          </a:p>
        </p:txBody>
      </p:sp>
      <p:sp>
        <p:nvSpPr>
          <p:cNvPr id="7" name="Text 4"/>
          <p:cNvSpPr txBox="1"/>
          <p:nvPr/>
        </p:nvSpPr>
        <p:spPr>
          <a:xfrm>
            <a:off x="731520" y="2423160"/>
            <a:ext cx="1627632" cy="685800"/>
          </a:xfrm>
          <a:prstGeom prst="rect">
            <a:avLst/>
          </a:prstGeom>
          <a:noFill/>
          <a:ln/>
        </p:spPr>
        <p:txBody>
          <a:bodyPr wrap="square" lIns="0" tIns="0" rIns="0" bIns="0" rtlCol="0" anchor="t"/>
          <a:lstStyle/>
          <a:p>
            <a:pPr algn="ctr" indent="0" marL="0">
              <a:buNone/>
            </a:pPr>
            <a:r>
              <a:rPr lang="en-US" sz="1600" b="1" dirty="0">
                <a:solidFill>
                  <a:schemeClr val="tx2"/>
                </a:solidFill>
                <a:latin typeface="Arial" pitchFamily="34" charset="0"/>
                <a:ea typeface="Arial" pitchFamily="34" charset="-122"/>
                <a:cs typeface="Arial" pitchFamily="34" charset="-120"/>
              </a:rPr>
              <a:t>Extract</a:t>
            </a:r>
            <a:endParaRPr lang="en-US" sz="1600" dirty="0"/>
          </a:p>
        </p:txBody>
      </p:sp>
      <p:sp>
        <p:nvSpPr>
          <p:cNvPr id="8" name="Text 5"/>
          <p:cNvSpPr txBox="1"/>
          <p:nvPr/>
        </p:nvSpPr>
        <p:spPr>
          <a:xfrm>
            <a:off x="731520" y="3154680"/>
            <a:ext cx="1627632" cy="1737360"/>
          </a:xfrm>
          <a:prstGeom prst="rect">
            <a:avLst/>
          </a:prstGeom>
          <a:noFill/>
          <a:ln/>
        </p:spPr>
        <p:txBody>
          <a:bodyPr wrap="square" lIns="0" tIns="0" rIns="0" bIns="0" rtlCol="0" anchor="t"/>
          <a:lstStyle/>
          <a:p>
            <a:pPr algn="l" indent="0" marL="0">
              <a:buNone/>
            </a:pPr>
            <a:r>
              <a:rPr lang="en-US" sz="2000" dirty="0">
                <a:solidFill>
                  <a:schemeClr val="tx1"/>
                </a:solidFill>
              </a:rPr>
              <a:t>Both voice zips into permanent folders</a:t>
            </a:r>
            <a:endParaRPr lang="en-US" sz="2000" dirty="0"/>
          </a:p>
        </p:txBody>
      </p:sp>
      <p:sp>
        <p:nvSpPr>
          <p:cNvPr id="9" name="step card 2"/>
          <p:cNvSpPr/>
          <p:nvPr/>
        </p:nvSpPr>
        <p:spPr>
          <a:xfrm>
            <a:off x="2816352" y="1874520"/>
            <a:ext cx="1993392" cy="3154680"/>
          </a:xfrm>
          <a:prstGeom prst="roundRect">
            <a:avLst>
              <a:gd name="adj" fmla="val 3670"/>
            </a:avLst>
          </a:prstGeom>
          <a:solidFill>
            <a:schemeClr val="bg2"/>
          </a:solidFill>
          <a:ln/>
        </p:spPr>
      </p:sp>
      <p:sp>
        <p:nvSpPr>
          <p:cNvPr id="10" name="step num 2"/>
          <p:cNvSpPr/>
          <p:nvPr/>
        </p:nvSpPr>
        <p:spPr>
          <a:xfrm>
            <a:off x="3401568" y="1463040"/>
            <a:ext cx="822960" cy="822960"/>
          </a:xfrm>
          <a:prstGeom prst="ellipse">
            <a:avLst/>
          </a:prstGeom>
          <a:solidFill>
            <a:schemeClr val="tx2"/>
          </a:solidFill>
          <a:ln w="38100">
            <a:solidFill>
              <a:schemeClr val="bg1"/>
            </a:solidFill>
            <a:prstDash val="solid"/>
          </a:ln>
        </p:spPr>
      </p:sp>
      <p:sp>
        <p:nvSpPr>
          <p:cNvPr id="11" name="Text 8"/>
          <p:cNvSpPr txBox="1"/>
          <p:nvPr/>
        </p:nvSpPr>
        <p:spPr>
          <a:xfrm>
            <a:off x="3401568" y="146304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latin typeface="Arial" pitchFamily="34" charset="0"/>
                <a:ea typeface="Arial" pitchFamily="34" charset="-122"/>
                <a:cs typeface="Arial" pitchFamily="34" charset="-120"/>
              </a:rPr>
              <a:t>2</a:t>
            </a:r>
            <a:endParaRPr lang="en-US" sz="2400" dirty="0"/>
          </a:p>
        </p:txBody>
      </p:sp>
      <p:sp>
        <p:nvSpPr>
          <p:cNvPr id="12" name="Text 9"/>
          <p:cNvSpPr txBox="1"/>
          <p:nvPr/>
        </p:nvSpPr>
        <p:spPr>
          <a:xfrm>
            <a:off x="2999232" y="2423160"/>
            <a:ext cx="1627632" cy="685800"/>
          </a:xfrm>
          <a:prstGeom prst="rect">
            <a:avLst/>
          </a:prstGeom>
          <a:noFill/>
          <a:ln/>
        </p:spPr>
        <p:txBody>
          <a:bodyPr wrap="square" lIns="0" tIns="0" rIns="0" bIns="0" rtlCol="0" anchor="t"/>
          <a:lstStyle/>
          <a:p>
            <a:pPr algn="ctr" indent="0" marL="0">
              <a:buNone/>
            </a:pPr>
            <a:r>
              <a:rPr lang="en-US" sz="1600" b="1" dirty="0">
                <a:solidFill>
                  <a:schemeClr val="tx2"/>
                </a:solidFill>
                <a:latin typeface="Arial" pitchFamily="34" charset="0"/>
                <a:ea typeface="Arial" pitchFamily="34" charset="-122"/>
                <a:cs typeface="Arial" pitchFamily="34" charset="-120"/>
              </a:rPr>
              <a:t>Run as admin</a:t>
            </a:r>
            <a:endParaRPr lang="en-US" sz="1600" dirty="0"/>
          </a:p>
        </p:txBody>
      </p:sp>
      <p:sp>
        <p:nvSpPr>
          <p:cNvPr id="13" name="Text 10"/>
          <p:cNvSpPr txBox="1"/>
          <p:nvPr/>
        </p:nvSpPr>
        <p:spPr>
          <a:xfrm>
            <a:off x="2999232" y="3154680"/>
            <a:ext cx="1627632" cy="1737360"/>
          </a:xfrm>
          <a:prstGeom prst="rect">
            <a:avLst/>
          </a:prstGeom>
          <a:noFill/>
          <a:ln/>
        </p:spPr>
        <p:txBody>
          <a:bodyPr wrap="square" lIns="0" tIns="0" rIns="0" bIns="0" rtlCol="0" anchor="t"/>
          <a:lstStyle/>
          <a:p>
            <a:pPr algn="l" indent="0" marL="0">
              <a:buNone/>
            </a:pPr>
            <a:r>
              <a:rPr lang="en-US" sz="2000" dirty="0">
                <a:solidFill>
                  <a:schemeClr val="tx1"/>
                </a:solidFill>
              </a:rPr>
              <a:t>Right-click the adapter's Installer.exe</a:t>
            </a:r>
            <a:endParaRPr lang="en-US" sz="2000" dirty="0"/>
          </a:p>
        </p:txBody>
      </p:sp>
      <p:sp>
        <p:nvSpPr>
          <p:cNvPr id="14" name="step card 3"/>
          <p:cNvSpPr/>
          <p:nvPr/>
        </p:nvSpPr>
        <p:spPr>
          <a:xfrm>
            <a:off x="5084064" y="1874520"/>
            <a:ext cx="1993392" cy="3154680"/>
          </a:xfrm>
          <a:prstGeom prst="roundRect">
            <a:avLst>
              <a:gd name="adj" fmla="val 3670"/>
            </a:avLst>
          </a:prstGeom>
          <a:solidFill>
            <a:schemeClr val="bg2"/>
          </a:solidFill>
          <a:ln/>
        </p:spPr>
      </p:sp>
      <p:sp>
        <p:nvSpPr>
          <p:cNvPr id="15" name="step num 3"/>
          <p:cNvSpPr/>
          <p:nvPr/>
        </p:nvSpPr>
        <p:spPr>
          <a:xfrm>
            <a:off x="5669280" y="1463040"/>
            <a:ext cx="822960" cy="822960"/>
          </a:xfrm>
          <a:prstGeom prst="ellipse">
            <a:avLst/>
          </a:prstGeom>
          <a:solidFill>
            <a:schemeClr val="tx2"/>
          </a:solidFill>
          <a:ln w="38100">
            <a:solidFill>
              <a:schemeClr val="bg1"/>
            </a:solidFill>
            <a:prstDash val="solid"/>
          </a:ln>
        </p:spPr>
      </p:sp>
      <p:sp>
        <p:nvSpPr>
          <p:cNvPr id="16" name="Text 13"/>
          <p:cNvSpPr txBox="1"/>
          <p:nvPr/>
        </p:nvSpPr>
        <p:spPr>
          <a:xfrm>
            <a:off x="5669280" y="146304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latin typeface="Arial" pitchFamily="34" charset="0"/>
                <a:ea typeface="Arial" pitchFamily="34" charset="-122"/>
                <a:cs typeface="Arial" pitchFamily="34" charset="-120"/>
              </a:rPr>
              <a:t>3</a:t>
            </a:r>
            <a:endParaRPr lang="en-US" sz="2400" dirty="0"/>
          </a:p>
        </p:txBody>
      </p:sp>
      <p:sp>
        <p:nvSpPr>
          <p:cNvPr id="17" name="Text 14"/>
          <p:cNvSpPr txBox="1"/>
          <p:nvPr/>
        </p:nvSpPr>
        <p:spPr>
          <a:xfrm>
            <a:off x="5266944" y="2423160"/>
            <a:ext cx="1627632" cy="685800"/>
          </a:xfrm>
          <a:prstGeom prst="rect">
            <a:avLst/>
          </a:prstGeom>
          <a:noFill/>
          <a:ln/>
        </p:spPr>
        <p:txBody>
          <a:bodyPr wrap="square" lIns="0" tIns="0" rIns="0" bIns="0" rtlCol="0" anchor="t"/>
          <a:lstStyle/>
          <a:p>
            <a:pPr algn="ctr" indent="0" marL="0">
              <a:buNone/>
            </a:pPr>
            <a:r>
              <a:rPr lang="en-US" sz="1600" b="1" dirty="0">
                <a:solidFill>
                  <a:schemeClr val="tx2"/>
                </a:solidFill>
                <a:latin typeface="Arial" pitchFamily="34" charset="0"/>
                <a:ea typeface="Arial" pitchFamily="34" charset="-122"/>
                <a:cs typeface="Arial" pitchFamily="34" charset="-120"/>
              </a:rPr>
              <a:t>Online voices</a:t>
            </a:r>
            <a:endParaRPr lang="en-US" sz="1600" dirty="0"/>
          </a:p>
        </p:txBody>
      </p:sp>
      <p:sp>
        <p:nvSpPr>
          <p:cNvPr id="18" name="Text 15"/>
          <p:cNvSpPr txBox="1"/>
          <p:nvPr/>
        </p:nvSpPr>
        <p:spPr>
          <a:xfrm>
            <a:off x="5266944" y="3154680"/>
            <a:ext cx="1627632" cy="1737360"/>
          </a:xfrm>
          <a:prstGeom prst="rect">
            <a:avLst/>
          </a:prstGeom>
          <a:noFill/>
          <a:ln/>
        </p:spPr>
        <p:txBody>
          <a:bodyPr wrap="square" lIns="0" tIns="0" rIns="0" bIns="0" rtlCol="0" anchor="t"/>
          <a:lstStyle/>
          <a:p>
            <a:pPr algn="l" indent="0" marL="0">
              <a:buNone/>
            </a:pPr>
            <a:r>
              <a:rPr lang="en-US" sz="2000" dirty="0">
                <a:solidFill>
                  <a:schemeClr val="tx1"/>
                </a:solidFill>
              </a:rPr>
              <a:t>Tick Enable Microsoft Edge online voices</a:t>
            </a:r>
            <a:endParaRPr lang="en-US" sz="2000" dirty="0"/>
          </a:p>
        </p:txBody>
      </p:sp>
      <p:sp>
        <p:nvSpPr>
          <p:cNvPr id="19" name="step card 4"/>
          <p:cNvSpPr/>
          <p:nvPr/>
        </p:nvSpPr>
        <p:spPr>
          <a:xfrm>
            <a:off x="7351776" y="1874520"/>
            <a:ext cx="1993392" cy="3154680"/>
          </a:xfrm>
          <a:prstGeom prst="roundRect">
            <a:avLst>
              <a:gd name="adj" fmla="val 3670"/>
            </a:avLst>
          </a:prstGeom>
          <a:solidFill>
            <a:schemeClr val="bg2"/>
          </a:solidFill>
          <a:ln/>
        </p:spPr>
      </p:sp>
      <p:sp>
        <p:nvSpPr>
          <p:cNvPr id="20" name="step num 4"/>
          <p:cNvSpPr/>
          <p:nvPr/>
        </p:nvSpPr>
        <p:spPr>
          <a:xfrm>
            <a:off x="7936992" y="1463040"/>
            <a:ext cx="822960" cy="822960"/>
          </a:xfrm>
          <a:prstGeom prst="ellipse">
            <a:avLst/>
          </a:prstGeom>
          <a:solidFill>
            <a:schemeClr val="tx2"/>
          </a:solidFill>
          <a:ln w="38100">
            <a:solidFill>
              <a:schemeClr val="bg1"/>
            </a:solidFill>
            <a:prstDash val="solid"/>
          </a:ln>
        </p:spPr>
      </p:sp>
      <p:sp>
        <p:nvSpPr>
          <p:cNvPr id="21" name="Text 18"/>
          <p:cNvSpPr txBox="1"/>
          <p:nvPr/>
        </p:nvSpPr>
        <p:spPr>
          <a:xfrm>
            <a:off x="7936992" y="146304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latin typeface="Arial" pitchFamily="34" charset="0"/>
                <a:ea typeface="Arial" pitchFamily="34" charset="-122"/>
                <a:cs typeface="Arial" pitchFamily="34" charset="-120"/>
              </a:rPr>
              <a:t>4</a:t>
            </a:r>
            <a:endParaRPr lang="en-US" sz="2400" dirty="0"/>
          </a:p>
        </p:txBody>
      </p:sp>
      <p:sp>
        <p:nvSpPr>
          <p:cNvPr id="22" name="Text 19"/>
          <p:cNvSpPr txBox="1"/>
          <p:nvPr/>
        </p:nvSpPr>
        <p:spPr>
          <a:xfrm>
            <a:off x="7534656" y="2423160"/>
            <a:ext cx="1627632" cy="685800"/>
          </a:xfrm>
          <a:prstGeom prst="rect">
            <a:avLst/>
          </a:prstGeom>
          <a:noFill/>
          <a:ln/>
        </p:spPr>
        <p:txBody>
          <a:bodyPr wrap="square" lIns="0" tIns="0" rIns="0" bIns="0" rtlCol="0" anchor="t"/>
          <a:lstStyle/>
          <a:p>
            <a:pPr algn="ctr" indent="0" marL="0">
              <a:buNone/>
            </a:pPr>
            <a:r>
              <a:rPr lang="en-US" sz="1600" b="1" dirty="0">
                <a:solidFill>
                  <a:schemeClr val="tx2"/>
                </a:solidFill>
                <a:latin typeface="Arial" pitchFamily="34" charset="0"/>
                <a:ea typeface="Arial" pitchFamily="34" charset="-122"/>
                <a:cs typeface="Arial" pitchFamily="34" charset="-120"/>
              </a:rPr>
              <a:t>Local voices</a:t>
            </a:r>
            <a:endParaRPr lang="en-US" sz="1600" dirty="0"/>
          </a:p>
        </p:txBody>
      </p:sp>
      <p:sp>
        <p:nvSpPr>
          <p:cNvPr id="23" name="Text 20"/>
          <p:cNvSpPr txBox="1"/>
          <p:nvPr/>
        </p:nvSpPr>
        <p:spPr>
          <a:xfrm>
            <a:off x="7534656" y="3154680"/>
            <a:ext cx="1627632" cy="1737360"/>
          </a:xfrm>
          <a:prstGeom prst="rect">
            <a:avLst/>
          </a:prstGeom>
          <a:noFill/>
          <a:ln/>
        </p:spPr>
        <p:txBody>
          <a:bodyPr wrap="square" lIns="0" tIns="0" rIns="0" bIns="0" rtlCol="0" anchor="t"/>
          <a:lstStyle/>
          <a:p>
            <a:pPr algn="l" indent="0" marL="0">
              <a:buNone/>
            </a:pPr>
            <a:r>
              <a:rPr lang="en-US" sz="2000" dirty="0">
                <a:solidFill>
                  <a:schemeClr val="tx1"/>
                </a:solidFill>
              </a:rPr>
              <a:t>Set Local voice path to the Australian voices folder</a:t>
            </a:r>
            <a:endParaRPr lang="en-US" sz="2000" dirty="0"/>
          </a:p>
        </p:txBody>
      </p:sp>
      <p:sp>
        <p:nvSpPr>
          <p:cNvPr id="24" name="step card 5"/>
          <p:cNvSpPr/>
          <p:nvPr/>
        </p:nvSpPr>
        <p:spPr>
          <a:xfrm>
            <a:off x="9619488" y="1874520"/>
            <a:ext cx="1993392" cy="3154680"/>
          </a:xfrm>
          <a:prstGeom prst="roundRect">
            <a:avLst>
              <a:gd name="adj" fmla="val 3670"/>
            </a:avLst>
          </a:prstGeom>
          <a:solidFill>
            <a:schemeClr val="bg2"/>
          </a:solidFill>
          <a:ln/>
        </p:spPr>
      </p:sp>
      <p:sp>
        <p:nvSpPr>
          <p:cNvPr id="25" name="step num 5"/>
          <p:cNvSpPr/>
          <p:nvPr/>
        </p:nvSpPr>
        <p:spPr>
          <a:xfrm>
            <a:off x="10204704" y="1463040"/>
            <a:ext cx="822960" cy="822960"/>
          </a:xfrm>
          <a:prstGeom prst="ellipse">
            <a:avLst/>
          </a:prstGeom>
          <a:solidFill>
            <a:schemeClr val="accent2"/>
          </a:solidFill>
          <a:ln w="38100">
            <a:solidFill>
              <a:schemeClr val="bg1"/>
            </a:solidFill>
            <a:prstDash val="solid"/>
          </a:ln>
        </p:spPr>
      </p:sp>
      <p:sp>
        <p:nvSpPr>
          <p:cNvPr id="26" name="Text 23"/>
          <p:cNvSpPr txBox="1"/>
          <p:nvPr/>
        </p:nvSpPr>
        <p:spPr>
          <a:xfrm>
            <a:off x="10204704" y="1463040"/>
            <a:ext cx="822960" cy="822960"/>
          </a:xfrm>
          <a:prstGeom prst="rect">
            <a:avLst/>
          </a:prstGeom>
          <a:noFill/>
          <a:ln/>
        </p:spPr>
        <p:txBody>
          <a:bodyPr wrap="square" lIns="0" tIns="0" rIns="0" bIns="0" rtlCol="0" anchor="ctr"/>
          <a:lstStyle/>
          <a:p>
            <a:pPr algn="ctr" indent="0" marL="0">
              <a:buNone/>
            </a:pPr>
            <a:r>
              <a:rPr lang="en-US" sz="2400" b="1" dirty="0">
                <a:solidFill>
                  <a:schemeClr val="tx2"/>
                </a:solidFill>
                <a:latin typeface="Arial" pitchFamily="34" charset="0"/>
                <a:ea typeface="Arial" pitchFamily="34" charset="-122"/>
                <a:cs typeface="Arial" pitchFamily="34" charset="-120"/>
              </a:rPr>
              <a:t>5</a:t>
            </a:r>
            <a:endParaRPr lang="en-US" sz="2400" dirty="0"/>
          </a:p>
        </p:txBody>
      </p:sp>
      <p:sp>
        <p:nvSpPr>
          <p:cNvPr id="27" name="Text 24"/>
          <p:cNvSpPr txBox="1"/>
          <p:nvPr/>
        </p:nvSpPr>
        <p:spPr>
          <a:xfrm>
            <a:off x="9802368" y="2423160"/>
            <a:ext cx="1627632" cy="685800"/>
          </a:xfrm>
          <a:prstGeom prst="rect">
            <a:avLst/>
          </a:prstGeom>
          <a:noFill/>
          <a:ln/>
        </p:spPr>
        <p:txBody>
          <a:bodyPr wrap="square" lIns="0" tIns="0" rIns="0" bIns="0" rtlCol="0" anchor="t"/>
          <a:lstStyle/>
          <a:p>
            <a:pPr algn="ctr" indent="0" marL="0">
              <a:buNone/>
            </a:pPr>
            <a:r>
              <a:rPr lang="en-US" sz="1600" b="1" dirty="0">
                <a:solidFill>
                  <a:schemeClr val="tx2"/>
                </a:solidFill>
                <a:latin typeface="Arial" pitchFamily="34" charset="0"/>
                <a:ea typeface="Arial" pitchFamily="34" charset="-122"/>
                <a:cs typeface="Arial" pitchFamily="34" charset="-120"/>
              </a:rPr>
              <a:t>Install both</a:t>
            </a:r>
            <a:endParaRPr lang="en-US" sz="1600" dirty="0"/>
          </a:p>
        </p:txBody>
      </p:sp>
      <p:sp>
        <p:nvSpPr>
          <p:cNvPr id="28" name="Text 25"/>
          <p:cNvSpPr txBox="1"/>
          <p:nvPr/>
        </p:nvSpPr>
        <p:spPr>
          <a:xfrm>
            <a:off x="9802368" y="3154680"/>
            <a:ext cx="1627632" cy="1737360"/>
          </a:xfrm>
          <a:prstGeom prst="rect">
            <a:avLst/>
          </a:prstGeom>
          <a:noFill/>
          <a:ln/>
        </p:spPr>
        <p:txBody>
          <a:bodyPr wrap="square" lIns="0" tIns="0" rIns="0" bIns="0" rtlCol="0" anchor="t"/>
          <a:lstStyle/>
          <a:p>
            <a:pPr algn="l" indent="0" marL="0">
              <a:buNone/>
            </a:pPr>
            <a:r>
              <a:rPr lang="en-US" sz="2000" dirty="0">
                <a:solidFill>
                  <a:schemeClr val="tx1"/>
                </a:solidFill>
              </a:rPr>
              <a:t>Install 32-bit and 64-bit. Both must say Installed</a:t>
            </a:r>
            <a:endParaRPr lang="en-US" sz="2000" dirty="0"/>
          </a:p>
        </p:txBody>
      </p:sp>
      <p:sp>
        <p:nvSpPr>
          <p:cNvPr id="29" name="key point"/>
          <p:cNvSpPr/>
          <p:nvPr/>
        </p:nvSpPr>
        <p:spPr>
          <a:xfrm>
            <a:off x="548640" y="5349240"/>
            <a:ext cx="11064240" cy="777240"/>
          </a:xfrm>
          <a:prstGeom prst="roundRect">
            <a:avLst>
              <a:gd name="adj" fmla="val 9412"/>
            </a:avLst>
          </a:prstGeom>
          <a:solidFill>
            <a:schemeClr val="tx2"/>
          </a:solidFill>
          <a:ln/>
        </p:spPr>
      </p:sp>
      <p:pic>
        <p:nvPicPr>
          <p:cNvPr id="30" name="key icon" descr="preencoded.png">    </p:cNvPr>
          <p:cNvPicPr>
            <a:picLocks noChangeAspect="1"/>
          </p:cNvPicPr>
          <p:nvPr/>
        </p:nvPicPr>
        <p:blipFill>
          <a:blip r:embed="rId1"/>
          <a:stretch>
            <a:fillRect/>
          </a:stretch>
        </p:blipFill>
        <p:spPr>
          <a:xfrm>
            <a:off x="777240" y="5554980"/>
            <a:ext cx="365760" cy="365760"/>
          </a:xfrm>
          <a:prstGeom prst="rect">
            <a:avLst/>
          </a:prstGeom>
        </p:spPr>
      </p:pic>
      <p:sp>
        <p:nvSpPr>
          <p:cNvPr id="31" name="Text 27"/>
          <p:cNvSpPr txBox="1"/>
          <p:nvPr/>
        </p:nvSpPr>
        <p:spPr>
          <a:xfrm>
            <a:off x="1325880" y="5349240"/>
            <a:ext cx="10058400" cy="777240"/>
          </a:xfrm>
          <a:prstGeom prst="rect">
            <a:avLst/>
          </a:prstGeom>
          <a:noFill/>
          <a:ln/>
        </p:spPr>
        <p:txBody>
          <a:bodyPr wrap="square" lIns="0" tIns="0" rIns="0" bIns="0" rtlCol="0" anchor="ctr"/>
          <a:lstStyle/>
          <a:p>
            <a:pPr indent="0" marL="0">
              <a:buNone/>
            </a:pPr>
            <a:r>
              <a:rPr lang="en-US" sz="1600" dirty="0">
                <a:solidFill>
                  <a:schemeClr val="bg1"/>
                </a:solidFill>
              </a:rPr>
              <a:t>Don't move or delete these folders afterwards, or the voices stop working.</a:t>
            </a:r>
            <a:endParaRPr lang="en-US" sz="16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Step 2: Build the app folder</a:t>
            </a:r>
            <a:endParaRPr lang="en-US" sz="3000" dirty="0"/>
          </a:p>
        </p:txBody>
      </p:sp>
      <p:sp>
        <p:nvSpPr>
          <p:cNvPr id="4" name="folder card"/>
          <p:cNvSpPr/>
          <p:nvPr/>
        </p:nvSpPr>
        <p:spPr>
          <a:xfrm>
            <a:off x="548640" y="1371600"/>
            <a:ext cx="6217920" cy="4846320"/>
          </a:xfrm>
          <a:prstGeom prst="roundRect">
            <a:avLst>
              <a:gd name="adj" fmla="val 1509"/>
            </a:avLst>
          </a:prstGeom>
          <a:solidFill>
            <a:schemeClr val="bg2"/>
          </a:solidFill>
          <a:ln/>
        </p:spPr>
      </p:sp>
      <p:sp>
        <p:nvSpPr>
          <p:cNvPr id="5" name="Text 2"/>
          <p:cNvSpPr txBox="1"/>
          <p:nvPr/>
        </p:nvSpPr>
        <p:spPr>
          <a:xfrm>
            <a:off x="914400" y="1645920"/>
            <a:ext cx="5577840" cy="4297680"/>
          </a:xfrm>
          <a:prstGeom prst="rect">
            <a:avLst/>
          </a:prstGeom>
          <a:noFill/>
          <a:ln/>
        </p:spPr>
        <p:txBody>
          <a:bodyPr wrap="square" lIns="0" tIns="0" rIns="0" bIns="0" rtlCol="0" anchor="t"/>
          <a:lstStyle/>
          <a:p>
            <a:pPr indent="0" marL="0">
              <a:spcAft>
                <a:spcPts val="600"/>
              </a:spcAft>
              <a:buNone/>
            </a:pPr>
            <a:r>
              <a:rPr lang="en-US" sz="2000" b="1" dirty="0">
                <a:solidFill>
                  <a:schemeClr val="tx2"/>
                </a:solidFill>
                <a:latin typeface="Courier New" pitchFamily="34" charset="0"/>
                <a:ea typeface="Courier New" pitchFamily="34" charset="-122"/>
                <a:cs typeface="Courier New" pitchFamily="34" charset="-120"/>
              </a:rPr>
              <a:t>Slide-Narrator\</a:t>
            </a:r>
            <a:endParaRPr lang="en-US" sz="2000" dirty="0"/>
          </a:p>
          <a:p>
            <a:pPr indent="0" marL="0">
              <a:spcAft>
                <a:spcPts val="600"/>
              </a:spcAft>
              <a:buNone/>
            </a:pPr>
            <a:r>
              <a:rPr lang="en-US" sz="2000" dirty="0">
                <a:solidFill>
                  <a:schemeClr val="tx1"/>
                </a:solidFill>
                <a:latin typeface="Courier New" pitchFamily="34" charset="0"/>
                <a:ea typeface="Courier New" pitchFamily="34" charset="-122"/>
                <a:cs typeface="Courier New" pitchFamily="34" charset="-120"/>
              </a:rPr>
              <a:t>    Slide-Narrator.bat</a:t>
            </a:r>
            <a:endParaRPr lang="en-US" sz="2000" dirty="0"/>
          </a:p>
          <a:p>
            <a:pPr indent="0" marL="0">
              <a:spcAft>
                <a:spcPts val="600"/>
              </a:spcAft>
              <a:buNone/>
            </a:pPr>
            <a:r>
              <a:rPr lang="en-US" sz="2000" dirty="0">
                <a:solidFill>
                  <a:schemeClr val="tx1"/>
                </a:solidFill>
                <a:latin typeface="Courier New" pitchFamily="34" charset="0"/>
                <a:ea typeface="Courier New" pitchFamily="34" charset="-122"/>
                <a:cs typeface="Courier New" pitchFamily="34" charset="-120"/>
              </a:rPr>
              <a:t>    Slide-Narrator.ps1</a:t>
            </a:r>
            <a:endParaRPr lang="en-US" sz="2000" dirty="0"/>
          </a:p>
          <a:p>
            <a:pPr indent="0" marL="0">
              <a:spcAft>
                <a:spcPts val="600"/>
              </a:spcAft>
              <a:buNone/>
            </a:pPr>
            <a:r>
              <a:rPr lang="en-US" sz="2000" dirty="0">
                <a:solidFill>
                  <a:schemeClr val="tx1"/>
                </a:solidFill>
                <a:latin typeface="Courier New" pitchFamily="34" charset="0"/>
                <a:ea typeface="Courier New" pitchFamily="34" charset="-122"/>
                <a:cs typeface="Courier New" pitchFamily="34" charset="-120"/>
              </a:rPr>
              <a:t>    ffmpeg.exe</a:t>
            </a:r>
            <a:endParaRPr lang="en-US" sz="2000" dirty="0"/>
          </a:p>
          <a:p>
            <a:pPr indent="0" marL="0">
              <a:spcAft>
                <a:spcPts val="600"/>
              </a:spcAft>
              <a:buNone/>
            </a:pPr>
            <a:r>
              <a:rPr lang="en-US" sz="2000" b="1" dirty="0">
                <a:solidFill>
                  <a:schemeClr val="tx2"/>
                </a:solidFill>
                <a:latin typeface="Courier New" pitchFamily="34" charset="0"/>
                <a:ea typeface="Courier New" pitchFamily="34" charset="-122"/>
                <a:cs typeface="Courier New" pitchFamily="34" charset="-120"/>
              </a:rPr>
              <a:t>    balcon\</a:t>
            </a:r>
            <a:endParaRPr lang="en-US" sz="2000" dirty="0"/>
          </a:p>
          <a:p>
            <a:pPr indent="0" marL="0">
              <a:spcAft>
                <a:spcPts val="600"/>
              </a:spcAft>
              <a:buNone/>
            </a:pPr>
            <a:r>
              <a:rPr lang="en-US" sz="2000" dirty="0">
                <a:solidFill>
                  <a:schemeClr val="tx1"/>
                </a:solidFill>
                <a:latin typeface="Courier New" pitchFamily="34" charset="0"/>
                <a:ea typeface="Courier New" pitchFamily="34" charset="-122"/>
                <a:cs typeface="Courier New" pitchFamily="34" charset="-120"/>
              </a:rPr>
              <a:t>        balcon.exe</a:t>
            </a:r>
            <a:endParaRPr lang="en-US" sz="2000" dirty="0"/>
          </a:p>
          <a:p>
            <a:pPr indent="0" marL="0">
              <a:spcAft>
                <a:spcPts val="600"/>
              </a:spcAft>
              <a:buNone/>
            </a:pPr>
            <a:r>
              <a:rPr lang="en-US" sz="2000" dirty="0">
                <a:solidFill>
                  <a:schemeClr val="accent6"/>
                </a:solidFill>
                <a:latin typeface="Courier New" pitchFamily="34" charset="0"/>
                <a:ea typeface="Courier New" pitchFamily="34" charset="-122"/>
                <a:cs typeface="Courier New" pitchFamily="34" charset="-120"/>
              </a:rPr>
              <a:t>        ...</a:t>
            </a:r>
            <a:endParaRPr lang="en-US" sz="2000" dirty="0"/>
          </a:p>
        </p:txBody>
      </p:sp>
      <p:sp>
        <p:nvSpPr>
          <p:cNvPr id="6" name="card 1"/>
          <p:cNvSpPr/>
          <p:nvPr/>
        </p:nvSpPr>
        <p:spPr>
          <a:xfrm>
            <a:off x="7040880" y="1371600"/>
            <a:ext cx="4572000" cy="1463040"/>
          </a:xfrm>
          <a:prstGeom prst="roundRect">
            <a:avLst>
              <a:gd name="adj" fmla="val 5000"/>
            </a:avLst>
          </a:prstGeom>
          <a:solidFill>
            <a:schemeClr val="bg2"/>
          </a:solidFill>
          <a:ln/>
        </p:spPr>
      </p:sp>
      <p:sp>
        <p:nvSpPr>
          <p:cNvPr id="7" name="icon circle 1"/>
          <p:cNvSpPr/>
          <p:nvPr/>
        </p:nvSpPr>
        <p:spPr>
          <a:xfrm>
            <a:off x="7269480" y="1600200"/>
            <a:ext cx="566928" cy="566928"/>
          </a:xfrm>
          <a:prstGeom prst="ellipse">
            <a:avLst/>
          </a:prstGeom>
          <a:solidFill>
            <a:schemeClr val="tx2"/>
          </a:solidFill>
          <a:ln/>
        </p:spPr>
      </p:sp>
      <p:pic>
        <p:nvPicPr>
          <p:cNvPr id="8" name="icon 1" descr="preencoded.png">    </p:cNvPr>
          <p:cNvPicPr>
            <a:picLocks noChangeAspect="1"/>
          </p:cNvPicPr>
          <p:nvPr/>
        </p:nvPicPr>
        <p:blipFill>
          <a:blip r:embed="rId1"/>
          <a:stretch>
            <a:fillRect/>
          </a:stretch>
        </p:blipFill>
        <p:spPr>
          <a:xfrm>
            <a:off x="7406640" y="1737360"/>
            <a:ext cx="292608" cy="292608"/>
          </a:xfrm>
          <a:prstGeom prst="rect">
            <a:avLst/>
          </a:prstGeom>
        </p:spPr>
      </p:pic>
      <p:sp>
        <p:nvSpPr>
          <p:cNvPr id="9" name="Text 5"/>
          <p:cNvSpPr txBox="1"/>
          <p:nvPr/>
        </p:nvSpPr>
        <p:spPr>
          <a:xfrm>
            <a:off x="8001000" y="1600200"/>
            <a:ext cx="3383280" cy="566928"/>
          </a:xfrm>
          <a:prstGeom prst="rect">
            <a:avLst/>
          </a:prstGeom>
          <a:noFill/>
          <a:ln/>
        </p:spPr>
        <p:txBody>
          <a:bodyPr wrap="square" lIns="0" tIns="0" rIns="0" bIns="0" rtlCol="0" anchor="ctr"/>
          <a:lstStyle/>
          <a:p>
            <a:pPr indent="0" marL="0">
              <a:buNone/>
            </a:pPr>
            <a:r>
              <a:rPr lang="en-US" sz="1700" b="1" dirty="0">
                <a:solidFill>
                  <a:schemeClr val="tx2"/>
                </a:solidFill>
                <a:latin typeface="Arial" pitchFamily="34" charset="0"/>
                <a:ea typeface="Arial" pitchFamily="34" charset="-122"/>
                <a:cs typeface="Arial" pitchFamily="34" charset="-120"/>
              </a:rPr>
              <a:t>Slide-Narrator.zip</a:t>
            </a:r>
            <a:endParaRPr lang="en-US" sz="1700" dirty="0"/>
          </a:p>
        </p:txBody>
      </p:sp>
      <p:sp>
        <p:nvSpPr>
          <p:cNvPr id="10" name="Text 6"/>
          <p:cNvSpPr txBox="1"/>
          <p:nvPr/>
        </p:nvSpPr>
        <p:spPr>
          <a:xfrm>
            <a:off x="7269480" y="2331720"/>
            <a:ext cx="4114800" cy="365760"/>
          </a:xfrm>
          <a:prstGeom prst="rect">
            <a:avLst/>
          </a:prstGeom>
          <a:noFill/>
          <a:ln/>
        </p:spPr>
        <p:txBody>
          <a:bodyPr wrap="square" lIns="0" tIns="0" rIns="0" bIns="0" rtlCol="0" anchor="t"/>
          <a:lstStyle/>
          <a:p>
            <a:pPr indent="0" marL="0">
              <a:buNone/>
            </a:pPr>
            <a:r>
              <a:rPr lang="en-US" sz="1800" dirty="0">
                <a:solidFill>
                  <a:schemeClr val="tx1"/>
                </a:solidFill>
              </a:rPr>
              <a:t>Unzip into the folder</a:t>
            </a:r>
            <a:endParaRPr lang="en-US" sz="1800" dirty="0"/>
          </a:p>
        </p:txBody>
      </p:sp>
      <p:sp>
        <p:nvSpPr>
          <p:cNvPr id="11" name="card 2"/>
          <p:cNvSpPr/>
          <p:nvPr/>
        </p:nvSpPr>
        <p:spPr>
          <a:xfrm>
            <a:off x="7040880" y="3063240"/>
            <a:ext cx="4572000" cy="1463040"/>
          </a:xfrm>
          <a:prstGeom prst="roundRect">
            <a:avLst>
              <a:gd name="adj" fmla="val 5000"/>
            </a:avLst>
          </a:prstGeom>
          <a:solidFill>
            <a:schemeClr val="bg2"/>
          </a:solidFill>
          <a:ln/>
        </p:spPr>
      </p:sp>
      <p:sp>
        <p:nvSpPr>
          <p:cNvPr id="12" name="icon circle 2"/>
          <p:cNvSpPr/>
          <p:nvPr/>
        </p:nvSpPr>
        <p:spPr>
          <a:xfrm>
            <a:off x="7269480" y="3291840"/>
            <a:ext cx="566928" cy="566928"/>
          </a:xfrm>
          <a:prstGeom prst="ellipse">
            <a:avLst/>
          </a:prstGeom>
          <a:solidFill>
            <a:schemeClr val="tx2"/>
          </a:solidFill>
          <a:ln/>
        </p:spPr>
      </p:sp>
      <p:pic>
        <p:nvPicPr>
          <p:cNvPr id="13" name="icon 2" descr="preencoded.png">    </p:cNvPr>
          <p:cNvPicPr>
            <a:picLocks noChangeAspect="1"/>
          </p:cNvPicPr>
          <p:nvPr/>
        </p:nvPicPr>
        <p:blipFill>
          <a:blip r:embed="rId2"/>
          <a:stretch>
            <a:fillRect/>
          </a:stretch>
        </p:blipFill>
        <p:spPr>
          <a:xfrm>
            <a:off x="7406640" y="3429000"/>
            <a:ext cx="292608" cy="292608"/>
          </a:xfrm>
          <a:prstGeom prst="rect">
            <a:avLst/>
          </a:prstGeom>
        </p:spPr>
      </p:pic>
      <p:sp>
        <p:nvSpPr>
          <p:cNvPr id="14" name="Text 9"/>
          <p:cNvSpPr txBox="1"/>
          <p:nvPr/>
        </p:nvSpPr>
        <p:spPr>
          <a:xfrm>
            <a:off x="8001000" y="3291840"/>
            <a:ext cx="3383280" cy="566928"/>
          </a:xfrm>
          <a:prstGeom prst="rect">
            <a:avLst/>
          </a:prstGeom>
          <a:noFill/>
          <a:ln/>
        </p:spPr>
        <p:txBody>
          <a:bodyPr wrap="square" lIns="0" tIns="0" rIns="0" bIns="0" rtlCol="0" anchor="ctr"/>
          <a:lstStyle/>
          <a:p>
            <a:pPr indent="0" marL="0">
              <a:buNone/>
            </a:pPr>
            <a:r>
              <a:rPr lang="en-US" sz="1700" b="1" dirty="0">
                <a:solidFill>
                  <a:schemeClr val="tx2"/>
                </a:solidFill>
                <a:latin typeface="Arial" pitchFamily="34" charset="0"/>
                <a:ea typeface="Arial" pitchFamily="34" charset="-122"/>
                <a:cs typeface="Arial" pitchFamily="34" charset="-120"/>
              </a:rPr>
              <a:t>ffmpeg.exe</a:t>
            </a:r>
            <a:endParaRPr lang="en-US" sz="1700" dirty="0"/>
          </a:p>
        </p:txBody>
      </p:sp>
      <p:sp>
        <p:nvSpPr>
          <p:cNvPr id="15" name="Text 10"/>
          <p:cNvSpPr txBox="1"/>
          <p:nvPr/>
        </p:nvSpPr>
        <p:spPr>
          <a:xfrm>
            <a:off x="7269480" y="4023360"/>
            <a:ext cx="4114800" cy="365760"/>
          </a:xfrm>
          <a:prstGeom prst="rect">
            <a:avLst/>
          </a:prstGeom>
          <a:noFill/>
          <a:ln/>
        </p:spPr>
        <p:txBody>
          <a:bodyPr wrap="square" lIns="0" tIns="0" rIns="0" bIns="0" rtlCol="0" anchor="t"/>
          <a:lstStyle/>
          <a:p>
            <a:pPr indent="0" marL="0">
              <a:buNone/>
            </a:pPr>
            <a:r>
              <a:rPr lang="en-US" sz="1800" dirty="0">
                <a:solidFill>
                  <a:schemeClr val="tx1"/>
                </a:solidFill>
              </a:rPr>
              <a:t>Copy into the folder</a:t>
            </a:r>
            <a:endParaRPr lang="en-US" sz="1800" dirty="0"/>
          </a:p>
        </p:txBody>
      </p:sp>
      <p:sp>
        <p:nvSpPr>
          <p:cNvPr id="16" name="card 3"/>
          <p:cNvSpPr/>
          <p:nvPr/>
        </p:nvSpPr>
        <p:spPr>
          <a:xfrm>
            <a:off x="7040880" y="4754880"/>
            <a:ext cx="4572000" cy="1463040"/>
          </a:xfrm>
          <a:prstGeom prst="roundRect">
            <a:avLst>
              <a:gd name="adj" fmla="val 5000"/>
            </a:avLst>
          </a:prstGeom>
          <a:solidFill>
            <a:schemeClr val="bg2"/>
          </a:solidFill>
          <a:ln/>
        </p:spPr>
      </p:sp>
      <p:sp>
        <p:nvSpPr>
          <p:cNvPr id="17" name="icon circle 3"/>
          <p:cNvSpPr/>
          <p:nvPr/>
        </p:nvSpPr>
        <p:spPr>
          <a:xfrm>
            <a:off x="7269480" y="4983480"/>
            <a:ext cx="566928" cy="566928"/>
          </a:xfrm>
          <a:prstGeom prst="ellipse">
            <a:avLst/>
          </a:prstGeom>
          <a:solidFill>
            <a:schemeClr val="tx2"/>
          </a:solidFill>
          <a:ln/>
        </p:spPr>
      </p:sp>
      <p:pic>
        <p:nvPicPr>
          <p:cNvPr id="18" name="icon 3" descr="preencoded.png">    </p:cNvPr>
          <p:cNvPicPr>
            <a:picLocks noChangeAspect="1"/>
          </p:cNvPicPr>
          <p:nvPr/>
        </p:nvPicPr>
        <p:blipFill>
          <a:blip r:embed="rId3"/>
          <a:stretch>
            <a:fillRect/>
          </a:stretch>
        </p:blipFill>
        <p:spPr>
          <a:xfrm>
            <a:off x="7406640" y="5120640"/>
            <a:ext cx="292608" cy="292608"/>
          </a:xfrm>
          <a:prstGeom prst="rect">
            <a:avLst/>
          </a:prstGeom>
        </p:spPr>
      </p:pic>
      <p:sp>
        <p:nvSpPr>
          <p:cNvPr id="19" name="Text 13"/>
          <p:cNvSpPr txBox="1"/>
          <p:nvPr/>
        </p:nvSpPr>
        <p:spPr>
          <a:xfrm>
            <a:off x="8001000" y="4983480"/>
            <a:ext cx="3383280" cy="566928"/>
          </a:xfrm>
          <a:prstGeom prst="rect">
            <a:avLst/>
          </a:prstGeom>
          <a:noFill/>
          <a:ln/>
        </p:spPr>
        <p:txBody>
          <a:bodyPr wrap="square" lIns="0" tIns="0" rIns="0" bIns="0" rtlCol="0" anchor="ctr"/>
          <a:lstStyle/>
          <a:p>
            <a:pPr indent="0" marL="0">
              <a:buNone/>
            </a:pPr>
            <a:r>
              <a:rPr lang="en-US" sz="1700" b="1" dirty="0">
                <a:solidFill>
                  <a:schemeClr val="tx2"/>
                </a:solidFill>
                <a:latin typeface="Arial" pitchFamily="34" charset="0"/>
                <a:ea typeface="Arial" pitchFamily="34" charset="-122"/>
                <a:cs typeface="Arial" pitchFamily="34" charset="-120"/>
              </a:rPr>
              <a:t>balcon.zip</a:t>
            </a:r>
            <a:endParaRPr lang="en-US" sz="1700" dirty="0"/>
          </a:p>
        </p:txBody>
      </p:sp>
      <p:sp>
        <p:nvSpPr>
          <p:cNvPr id="20" name="Text 14"/>
          <p:cNvSpPr txBox="1"/>
          <p:nvPr/>
        </p:nvSpPr>
        <p:spPr>
          <a:xfrm>
            <a:off x="7269480" y="5715000"/>
            <a:ext cx="4114800" cy="365760"/>
          </a:xfrm>
          <a:prstGeom prst="rect">
            <a:avLst/>
          </a:prstGeom>
          <a:noFill/>
          <a:ln/>
        </p:spPr>
        <p:txBody>
          <a:bodyPr wrap="square" lIns="0" tIns="0" rIns="0" bIns="0" rtlCol="0" anchor="t"/>
          <a:lstStyle/>
          <a:p>
            <a:pPr indent="0" marL="0">
              <a:buNone/>
            </a:pPr>
            <a:r>
              <a:rPr lang="en-US" sz="1800" dirty="0">
                <a:solidFill>
                  <a:schemeClr val="tx1"/>
                </a:solidFill>
              </a:rPr>
              <a:t>Extract into a balcon sub-folder</a:t>
            </a:r>
            <a:endParaRPr lang="en-US" sz="18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Step 3: Open and test</a:t>
            </a:r>
            <a:endParaRPr lang="en-US" sz="3000" dirty="0"/>
          </a:p>
        </p:txBody>
      </p:sp>
      <p:sp>
        <p:nvSpPr>
          <p:cNvPr id="4" name="step card 1"/>
          <p:cNvSpPr/>
          <p:nvPr/>
        </p:nvSpPr>
        <p:spPr>
          <a:xfrm>
            <a:off x="548640" y="1874520"/>
            <a:ext cx="3505200" cy="2697480"/>
          </a:xfrm>
          <a:prstGeom prst="roundRect">
            <a:avLst>
              <a:gd name="adj" fmla="val 2712"/>
            </a:avLst>
          </a:prstGeom>
          <a:solidFill>
            <a:schemeClr val="bg2"/>
          </a:solidFill>
          <a:ln/>
        </p:spPr>
      </p:sp>
      <p:sp>
        <p:nvSpPr>
          <p:cNvPr id="5" name="step num 1"/>
          <p:cNvSpPr/>
          <p:nvPr/>
        </p:nvSpPr>
        <p:spPr>
          <a:xfrm>
            <a:off x="1889760" y="1463040"/>
            <a:ext cx="822960" cy="822960"/>
          </a:xfrm>
          <a:prstGeom prst="ellipse">
            <a:avLst/>
          </a:prstGeom>
          <a:solidFill>
            <a:schemeClr val="tx2"/>
          </a:solidFill>
          <a:ln w="38100">
            <a:solidFill>
              <a:schemeClr val="bg1"/>
            </a:solidFill>
            <a:prstDash val="solid"/>
          </a:ln>
        </p:spPr>
      </p:sp>
      <p:sp>
        <p:nvSpPr>
          <p:cNvPr id="6" name="Text 3"/>
          <p:cNvSpPr txBox="1"/>
          <p:nvPr/>
        </p:nvSpPr>
        <p:spPr>
          <a:xfrm>
            <a:off x="1889760" y="146304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latin typeface="Arial" pitchFamily="34" charset="0"/>
                <a:ea typeface="Arial" pitchFamily="34" charset="-122"/>
                <a:cs typeface="Arial" pitchFamily="34" charset="-120"/>
              </a:rPr>
              <a:t>1</a:t>
            </a:r>
            <a:endParaRPr lang="en-US" sz="2400" dirty="0"/>
          </a:p>
        </p:txBody>
      </p:sp>
      <p:sp>
        <p:nvSpPr>
          <p:cNvPr id="7" name="Text 4"/>
          <p:cNvSpPr txBox="1"/>
          <p:nvPr/>
        </p:nvSpPr>
        <p:spPr>
          <a:xfrm>
            <a:off x="731520" y="2423160"/>
            <a:ext cx="3139440" cy="685800"/>
          </a:xfrm>
          <a:prstGeom prst="rect">
            <a:avLst/>
          </a:prstGeom>
          <a:noFill/>
          <a:ln/>
        </p:spPr>
        <p:txBody>
          <a:bodyPr wrap="square" lIns="0" tIns="0" rIns="0" bIns="0" rtlCol="0" anchor="t"/>
          <a:lstStyle/>
          <a:p>
            <a:pPr algn="ctr" indent="0" marL="0">
              <a:buNone/>
            </a:pPr>
            <a:r>
              <a:rPr lang="en-US" sz="1600" b="1" dirty="0">
                <a:solidFill>
                  <a:schemeClr val="tx2"/>
                </a:solidFill>
                <a:latin typeface="Arial" pitchFamily="34" charset="0"/>
                <a:ea typeface="Arial" pitchFamily="34" charset="-122"/>
                <a:cs typeface="Arial" pitchFamily="34" charset="-120"/>
              </a:rPr>
              <a:t>Open</a:t>
            </a:r>
            <a:endParaRPr lang="en-US" sz="1600" dirty="0"/>
          </a:p>
        </p:txBody>
      </p:sp>
      <p:sp>
        <p:nvSpPr>
          <p:cNvPr id="8" name="Text 5"/>
          <p:cNvSpPr txBox="1"/>
          <p:nvPr/>
        </p:nvSpPr>
        <p:spPr>
          <a:xfrm>
            <a:off x="731520" y="3154680"/>
            <a:ext cx="3139440" cy="1280160"/>
          </a:xfrm>
          <a:prstGeom prst="rect">
            <a:avLst/>
          </a:prstGeom>
          <a:noFill/>
          <a:ln/>
        </p:spPr>
        <p:txBody>
          <a:bodyPr wrap="square" lIns="0" tIns="0" rIns="0" bIns="0" rtlCol="0" anchor="t"/>
          <a:lstStyle/>
          <a:p>
            <a:pPr algn="l" indent="0" marL="0">
              <a:buNone/>
            </a:pPr>
            <a:r>
              <a:rPr lang="en-US" sz="2000" dirty="0">
                <a:solidFill>
                  <a:schemeClr val="tx1"/>
                </a:solidFill>
              </a:rPr>
              <a:t>Double-click Slide-Narrator.bat</a:t>
            </a:r>
            <a:endParaRPr lang="en-US" sz="2000" dirty="0"/>
          </a:p>
        </p:txBody>
      </p:sp>
      <p:sp>
        <p:nvSpPr>
          <p:cNvPr id="9" name="step card 2"/>
          <p:cNvSpPr/>
          <p:nvPr/>
        </p:nvSpPr>
        <p:spPr>
          <a:xfrm>
            <a:off x="4328160" y="1874520"/>
            <a:ext cx="3505200" cy="2697480"/>
          </a:xfrm>
          <a:prstGeom prst="roundRect">
            <a:avLst>
              <a:gd name="adj" fmla="val 2712"/>
            </a:avLst>
          </a:prstGeom>
          <a:solidFill>
            <a:schemeClr val="bg2"/>
          </a:solidFill>
          <a:ln/>
        </p:spPr>
      </p:sp>
      <p:sp>
        <p:nvSpPr>
          <p:cNvPr id="10" name="step num 2"/>
          <p:cNvSpPr/>
          <p:nvPr/>
        </p:nvSpPr>
        <p:spPr>
          <a:xfrm>
            <a:off x="5669280" y="1463040"/>
            <a:ext cx="822960" cy="822960"/>
          </a:xfrm>
          <a:prstGeom prst="ellipse">
            <a:avLst/>
          </a:prstGeom>
          <a:solidFill>
            <a:schemeClr val="tx2"/>
          </a:solidFill>
          <a:ln w="38100">
            <a:solidFill>
              <a:schemeClr val="bg1"/>
            </a:solidFill>
            <a:prstDash val="solid"/>
          </a:ln>
        </p:spPr>
      </p:sp>
      <p:sp>
        <p:nvSpPr>
          <p:cNvPr id="11" name="Text 8"/>
          <p:cNvSpPr txBox="1"/>
          <p:nvPr/>
        </p:nvSpPr>
        <p:spPr>
          <a:xfrm>
            <a:off x="5669280" y="146304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latin typeface="Arial" pitchFamily="34" charset="0"/>
                <a:ea typeface="Arial" pitchFamily="34" charset="-122"/>
                <a:cs typeface="Arial" pitchFamily="34" charset="-120"/>
              </a:rPr>
              <a:t>2</a:t>
            </a:r>
            <a:endParaRPr lang="en-US" sz="2400" dirty="0"/>
          </a:p>
        </p:txBody>
      </p:sp>
      <p:sp>
        <p:nvSpPr>
          <p:cNvPr id="12" name="Text 9"/>
          <p:cNvSpPr txBox="1"/>
          <p:nvPr/>
        </p:nvSpPr>
        <p:spPr>
          <a:xfrm>
            <a:off x="4511040" y="2423160"/>
            <a:ext cx="3139440" cy="685800"/>
          </a:xfrm>
          <a:prstGeom prst="rect">
            <a:avLst/>
          </a:prstGeom>
          <a:noFill/>
          <a:ln/>
        </p:spPr>
        <p:txBody>
          <a:bodyPr wrap="square" lIns="0" tIns="0" rIns="0" bIns="0" rtlCol="0" anchor="t"/>
          <a:lstStyle/>
          <a:p>
            <a:pPr algn="ctr" indent="0" marL="0">
              <a:buNone/>
            </a:pPr>
            <a:r>
              <a:rPr lang="en-US" sz="1600" b="1" dirty="0">
                <a:solidFill>
                  <a:schemeClr val="tx2"/>
                </a:solidFill>
                <a:latin typeface="Arial" pitchFamily="34" charset="0"/>
                <a:ea typeface="Arial" pitchFamily="34" charset="-122"/>
                <a:cs typeface="Arial" pitchFamily="34" charset="-120"/>
              </a:rPr>
              <a:t>Test voices</a:t>
            </a:r>
            <a:endParaRPr lang="en-US" sz="1600" dirty="0"/>
          </a:p>
        </p:txBody>
      </p:sp>
      <p:sp>
        <p:nvSpPr>
          <p:cNvPr id="13" name="Text 10"/>
          <p:cNvSpPr txBox="1"/>
          <p:nvPr/>
        </p:nvSpPr>
        <p:spPr>
          <a:xfrm>
            <a:off x="4511040" y="3154680"/>
            <a:ext cx="3139440" cy="1280160"/>
          </a:xfrm>
          <a:prstGeom prst="rect">
            <a:avLst/>
          </a:prstGeom>
          <a:noFill/>
          <a:ln/>
        </p:spPr>
        <p:txBody>
          <a:bodyPr wrap="square" lIns="0" tIns="0" rIns="0" bIns="0" rtlCol="0" anchor="t"/>
          <a:lstStyle/>
          <a:p>
            <a:pPr algn="l" indent="0" marL="0">
              <a:buNone/>
            </a:pPr>
            <a:r>
              <a:rPr lang="en-US" sz="2000" dirty="0">
                <a:solidFill>
                  <a:schemeClr val="tx1"/>
                </a:solidFill>
              </a:rPr>
              <a:t>Every voice is tested. Look for OK</a:t>
            </a:r>
            <a:endParaRPr lang="en-US" sz="2000" dirty="0"/>
          </a:p>
        </p:txBody>
      </p:sp>
      <p:sp>
        <p:nvSpPr>
          <p:cNvPr id="14" name="step card 3"/>
          <p:cNvSpPr/>
          <p:nvPr/>
        </p:nvSpPr>
        <p:spPr>
          <a:xfrm>
            <a:off x="8107680" y="1874520"/>
            <a:ext cx="3505200" cy="2697480"/>
          </a:xfrm>
          <a:prstGeom prst="roundRect">
            <a:avLst>
              <a:gd name="adj" fmla="val 2712"/>
            </a:avLst>
          </a:prstGeom>
          <a:solidFill>
            <a:schemeClr val="bg2"/>
          </a:solidFill>
          <a:ln/>
        </p:spPr>
      </p:sp>
      <p:sp>
        <p:nvSpPr>
          <p:cNvPr id="15" name="step num 3"/>
          <p:cNvSpPr/>
          <p:nvPr/>
        </p:nvSpPr>
        <p:spPr>
          <a:xfrm>
            <a:off x="9448800" y="1463040"/>
            <a:ext cx="822960" cy="822960"/>
          </a:xfrm>
          <a:prstGeom prst="ellipse">
            <a:avLst/>
          </a:prstGeom>
          <a:solidFill>
            <a:schemeClr val="accent2"/>
          </a:solidFill>
          <a:ln w="38100">
            <a:solidFill>
              <a:schemeClr val="bg1"/>
            </a:solidFill>
            <a:prstDash val="solid"/>
          </a:ln>
        </p:spPr>
      </p:sp>
      <p:sp>
        <p:nvSpPr>
          <p:cNvPr id="16" name="Text 13"/>
          <p:cNvSpPr txBox="1"/>
          <p:nvPr/>
        </p:nvSpPr>
        <p:spPr>
          <a:xfrm>
            <a:off x="9448800" y="1463040"/>
            <a:ext cx="822960" cy="822960"/>
          </a:xfrm>
          <a:prstGeom prst="rect">
            <a:avLst/>
          </a:prstGeom>
          <a:noFill/>
          <a:ln/>
        </p:spPr>
        <p:txBody>
          <a:bodyPr wrap="square" lIns="0" tIns="0" rIns="0" bIns="0" rtlCol="0" anchor="ctr"/>
          <a:lstStyle/>
          <a:p>
            <a:pPr algn="ctr" indent="0" marL="0">
              <a:buNone/>
            </a:pPr>
            <a:r>
              <a:rPr lang="en-US" sz="2400" b="1" dirty="0">
                <a:solidFill>
                  <a:schemeClr val="tx2"/>
                </a:solidFill>
                <a:latin typeface="Arial" pitchFamily="34" charset="0"/>
                <a:ea typeface="Arial" pitchFamily="34" charset="-122"/>
                <a:cs typeface="Arial" pitchFamily="34" charset="-120"/>
              </a:rPr>
              <a:t>3</a:t>
            </a:r>
            <a:endParaRPr lang="en-US" sz="2400" dirty="0"/>
          </a:p>
        </p:txBody>
      </p:sp>
      <p:sp>
        <p:nvSpPr>
          <p:cNvPr id="17" name="Text 14"/>
          <p:cNvSpPr txBox="1"/>
          <p:nvPr/>
        </p:nvSpPr>
        <p:spPr>
          <a:xfrm>
            <a:off x="8290560" y="2423160"/>
            <a:ext cx="3139440" cy="685800"/>
          </a:xfrm>
          <a:prstGeom prst="rect">
            <a:avLst/>
          </a:prstGeom>
          <a:noFill/>
          <a:ln/>
        </p:spPr>
        <p:txBody>
          <a:bodyPr wrap="square" lIns="0" tIns="0" rIns="0" bIns="0" rtlCol="0" anchor="t"/>
          <a:lstStyle/>
          <a:p>
            <a:pPr algn="ctr" indent="0" marL="0">
              <a:buNone/>
            </a:pPr>
            <a:r>
              <a:rPr lang="en-US" sz="1600" b="1" dirty="0">
                <a:solidFill>
                  <a:schemeClr val="tx2"/>
                </a:solidFill>
                <a:latin typeface="Arial" pitchFamily="34" charset="0"/>
                <a:ea typeface="Arial" pitchFamily="34" charset="-122"/>
                <a:cs typeface="Arial" pitchFamily="34" charset="-120"/>
              </a:rPr>
              <a:t>Preview</a:t>
            </a:r>
            <a:endParaRPr lang="en-US" sz="1600" dirty="0"/>
          </a:p>
        </p:txBody>
      </p:sp>
      <p:sp>
        <p:nvSpPr>
          <p:cNvPr id="18" name="Text 15"/>
          <p:cNvSpPr txBox="1"/>
          <p:nvPr/>
        </p:nvSpPr>
        <p:spPr>
          <a:xfrm>
            <a:off x="8290560" y="3154680"/>
            <a:ext cx="3139440" cy="1280160"/>
          </a:xfrm>
          <a:prstGeom prst="rect">
            <a:avLst/>
          </a:prstGeom>
          <a:noFill/>
          <a:ln/>
        </p:spPr>
        <p:txBody>
          <a:bodyPr wrap="square" lIns="0" tIns="0" rIns="0" bIns="0" rtlCol="0" anchor="t"/>
          <a:lstStyle/>
          <a:p>
            <a:pPr algn="l" indent="0" marL="0">
              <a:buNone/>
            </a:pPr>
            <a:r>
              <a:rPr lang="en-US" sz="2000" dirty="0">
                <a:solidFill>
                  <a:schemeClr val="tx1"/>
                </a:solidFill>
              </a:rPr>
              <a:t>Pick a working voice and listen</a:t>
            </a:r>
            <a:endParaRPr lang="en-US" sz="2000" dirty="0"/>
          </a:p>
        </p:txBody>
      </p:sp>
      <p:sp>
        <p:nvSpPr>
          <p:cNvPr id="19" name="key point"/>
          <p:cNvSpPr/>
          <p:nvPr/>
        </p:nvSpPr>
        <p:spPr>
          <a:xfrm>
            <a:off x="548640" y="4937760"/>
            <a:ext cx="11064240" cy="777240"/>
          </a:xfrm>
          <a:prstGeom prst="roundRect">
            <a:avLst>
              <a:gd name="adj" fmla="val 9412"/>
            </a:avLst>
          </a:prstGeom>
          <a:solidFill>
            <a:schemeClr val="tx2"/>
          </a:solidFill>
          <a:ln/>
        </p:spPr>
      </p:sp>
      <p:pic>
        <p:nvPicPr>
          <p:cNvPr id="20" name="key icon" descr="preencoded.png">    </p:cNvPr>
          <p:cNvPicPr>
            <a:picLocks noChangeAspect="1"/>
          </p:cNvPicPr>
          <p:nvPr/>
        </p:nvPicPr>
        <p:blipFill>
          <a:blip r:embed="rId1"/>
          <a:stretch>
            <a:fillRect/>
          </a:stretch>
        </p:blipFill>
        <p:spPr>
          <a:xfrm>
            <a:off x="777240" y="5143500"/>
            <a:ext cx="365760" cy="365760"/>
          </a:xfrm>
          <a:prstGeom prst="rect">
            <a:avLst/>
          </a:prstGeom>
        </p:spPr>
      </p:pic>
      <p:sp>
        <p:nvSpPr>
          <p:cNvPr id="21" name="Text 17"/>
          <p:cNvSpPr txBox="1"/>
          <p:nvPr/>
        </p:nvSpPr>
        <p:spPr>
          <a:xfrm>
            <a:off x="1325880" y="4937760"/>
            <a:ext cx="10058400" cy="777240"/>
          </a:xfrm>
          <a:prstGeom prst="rect">
            <a:avLst/>
          </a:prstGeom>
          <a:noFill/>
          <a:ln/>
        </p:spPr>
        <p:txBody>
          <a:bodyPr wrap="square" lIns="0" tIns="0" rIns="0" bIns="0" rtlCol="0" anchor="ctr"/>
          <a:lstStyle/>
          <a:p>
            <a:pPr indent="0" marL="0">
              <a:buNone/>
            </a:pPr>
            <a:r>
              <a:rPr lang="en-US" sz="1600" dirty="0">
                <a:solidFill>
                  <a:schemeClr val="bg1"/>
                </a:solidFill>
              </a:rPr>
              <a:t>The black window behind the app is normal. If the app closes, read its message.</a:t>
            </a:r>
            <a:endParaRPr lang="en-US" sz="16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Step 4: Narrate</a:t>
            </a:r>
            <a:endParaRPr lang="en-US" sz="3000" dirty="0"/>
          </a:p>
        </p:txBody>
      </p:sp>
      <p:sp>
        <p:nvSpPr>
          <p:cNvPr id="4" name="card 1"/>
          <p:cNvSpPr/>
          <p:nvPr/>
        </p:nvSpPr>
        <p:spPr>
          <a:xfrm>
            <a:off x="548640" y="1371600"/>
            <a:ext cx="2560320" cy="2011680"/>
          </a:xfrm>
          <a:prstGeom prst="roundRect">
            <a:avLst>
              <a:gd name="adj" fmla="val 3636"/>
            </a:avLst>
          </a:prstGeom>
          <a:solidFill>
            <a:schemeClr val="bg2"/>
          </a:solidFill>
          <a:ln/>
        </p:spPr>
      </p:sp>
      <p:sp>
        <p:nvSpPr>
          <p:cNvPr id="5" name="icon circle 1"/>
          <p:cNvSpPr/>
          <p:nvPr/>
        </p:nvSpPr>
        <p:spPr>
          <a:xfrm>
            <a:off x="777240" y="1600200"/>
            <a:ext cx="566928" cy="566928"/>
          </a:xfrm>
          <a:prstGeom prst="ellipse">
            <a:avLst/>
          </a:prstGeom>
          <a:solidFill>
            <a:schemeClr val="tx2"/>
          </a:solidFill>
          <a:ln/>
        </p:spPr>
      </p:sp>
      <p:pic>
        <p:nvPicPr>
          <p:cNvPr id="6" name="icon 1" descr="preencoded.png">    </p:cNvPr>
          <p:cNvPicPr>
            <a:picLocks noChangeAspect="1"/>
          </p:cNvPicPr>
          <p:nvPr/>
        </p:nvPicPr>
        <p:blipFill>
          <a:blip r:embed="rId1"/>
          <a:stretch>
            <a:fillRect/>
          </a:stretch>
        </p:blipFill>
        <p:spPr>
          <a:xfrm>
            <a:off x="914400" y="1737360"/>
            <a:ext cx="292608" cy="292608"/>
          </a:xfrm>
          <a:prstGeom prst="rect">
            <a:avLst/>
          </a:prstGeom>
        </p:spPr>
      </p:pic>
      <p:sp>
        <p:nvSpPr>
          <p:cNvPr id="7" name="Text 3"/>
          <p:cNvSpPr txBox="1"/>
          <p:nvPr/>
        </p:nvSpPr>
        <p:spPr>
          <a:xfrm>
            <a:off x="1508760" y="1600200"/>
            <a:ext cx="1371600" cy="566928"/>
          </a:xfrm>
          <a:prstGeom prst="rect">
            <a:avLst/>
          </a:prstGeom>
          <a:noFill/>
          <a:ln/>
        </p:spPr>
        <p:txBody>
          <a:bodyPr wrap="square" lIns="0" tIns="0" rIns="0" bIns="0" rtlCol="0" anchor="ctr"/>
          <a:lstStyle/>
          <a:p>
            <a:pPr indent="0" marL="0">
              <a:buNone/>
            </a:pPr>
            <a:r>
              <a:rPr lang="en-US" sz="1700" b="1" dirty="0">
                <a:solidFill>
                  <a:schemeClr val="tx2"/>
                </a:solidFill>
                <a:latin typeface="Arial" pitchFamily="34" charset="0"/>
                <a:ea typeface="Arial" pitchFamily="34" charset="-122"/>
                <a:cs typeface="Arial" pitchFamily="34" charset="-120"/>
              </a:rPr>
              <a:t>Add</a:t>
            </a:r>
            <a:endParaRPr lang="en-US" sz="1700" dirty="0"/>
          </a:p>
        </p:txBody>
      </p:sp>
      <p:sp>
        <p:nvSpPr>
          <p:cNvPr id="8" name="Text 4"/>
          <p:cNvSpPr txBox="1"/>
          <p:nvPr/>
        </p:nvSpPr>
        <p:spPr>
          <a:xfrm>
            <a:off x="777240" y="2331720"/>
            <a:ext cx="2103120" cy="914400"/>
          </a:xfrm>
          <a:prstGeom prst="rect">
            <a:avLst/>
          </a:prstGeom>
          <a:noFill/>
          <a:ln/>
        </p:spPr>
        <p:txBody>
          <a:bodyPr wrap="square" lIns="0" tIns="0" rIns="0" bIns="0" rtlCol="0" anchor="t"/>
          <a:lstStyle/>
          <a:p>
            <a:pPr indent="0" marL="0">
              <a:buNone/>
            </a:pPr>
            <a:r>
              <a:rPr lang="en-US" sz="1900" dirty="0">
                <a:solidFill>
                  <a:schemeClr val="tx1"/>
                </a:solidFill>
              </a:rPr>
              <a:t>Drag files or a folder onto the window</a:t>
            </a:r>
            <a:endParaRPr lang="en-US" sz="1900" dirty="0"/>
          </a:p>
        </p:txBody>
      </p:sp>
      <p:sp>
        <p:nvSpPr>
          <p:cNvPr id="9" name="card 2"/>
          <p:cNvSpPr/>
          <p:nvPr/>
        </p:nvSpPr>
        <p:spPr>
          <a:xfrm>
            <a:off x="3383280" y="1371600"/>
            <a:ext cx="2560320" cy="2011680"/>
          </a:xfrm>
          <a:prstGeom prst="roundRect">
            <a:avLst>
              <a:gd name="adj" fmla="val 3636"/>
            </a:avLst>
          </a:prstGeom>
          <a:solidFill>
            <a:schemeClr val="bg2"/>
          </a:solidFill>
          <a:ln/>
        </p:spPr>
      </p:sp>
      <p:sp>
        <p:nvSpPr>
          <p:cNvPr id="10" name="icon circle 2"/>
          <p:cNvSpPr/>
          <p:nvPr/>
        </p:nvSpPr>
        <p:spPr>
          <a:xfrm>
            <a:off x="3611880" y="1600200"/>
            <a:ext cx="566928" cy="566928"/>
          </a:xfrm>
          <a:prstGeom prst="ellipse">
            <a:avLst/>
          </a:prstGeom>
          <a:solidFill>
            <a:schemeClr val="tx2"/>
          </a:solidFill>
          <a:ln/>
        </p:spPr>
      </p:sp>
      <p:pic>
        <p:nvPicPr>
          <p:cNvPr id="11" name="icon 2" descr="preencoded.png">    </p:cNvPr>
          <p:cNvPicPr>
            <a:picLocks noChangeAspect="1"/>
          </p:cNvPicPr>
          <p:nvPr/>
        </p:nvPicPr>
        <p:blipFill>
          <a:blip r:embed="rId2"/>
          <a:stretch>
            <a:fillRect/>
          </a:stretch>
        </p:blipFill>
        <p:spPr>
          <a:xfrm>
            <a:off x="3749040" y="1737360"/>
            <a:ext cx="292608" cy="292608"/>
          </a:xfrm>
          <a:prstGeom prst="rect">
            <a:avLst/>
          </a:prstGeom>
        </p:spPr>
      </p:pic>
      <p:sp>
        <p:nvSpPr>
          <p:cNvPr id="12" name="Text 7"/>
          <p:cNvSpPr txBox="1"/>
          <p:nvPr/>
        </p:nvSpPr>
        <p:spPr>
          <a:xfrm>
            <a:off x="4343400" y="1600200"/>
            <a:ext cx="1371600" cy="566928"/>
          </a:xfrm>
          <a:prstGeom prst="rect">
            <a:avLst/>
          </a:prstGeom>
          <a:noFill/>
          <a:ln/>
        </p:spPr>
        <p:txBody>
          <a:bodyPr wrap="square" lIns="0" tIns="0" rIns="0" bIns="0" rtlCol="0" anchor="ctr"/>
          <a:lstStyle/>
          <a:p>
            <a:pPr indent="0" marL="0">
              <a:buNone/>
            </a:pPr>
            <a:r>
              <a:rPr lang="en-US" sz="1700" b="1" dirty="0">
                <a:solidFill>
                  <a:schemeClr val="tx2"/>
                </a:solidFill>
                <a:latin typeface="Arial" pitchFamily="34" charset="0"/>
                <a:ea typeface="Arial" pitchFamily="34" charset="-122"/>
                <a:cs typeface="Arial" pitchFamily="34" charset="-120"/>
              </a:rPr>
              <a:t>Voice</a:t>
            </a:r>
            <a:endParaRPr lang="en-US" sz="1700" dirty="0"/>
          </a:p>
        </p:txBody>
      </p:sp>
      <p:sp>
        <p:nvSpPr>
          <p:cNvPr id="13" name="Text 8"/>
          <p:cNvSpPr txBox="1"/>
          <p:nvPr/>
        </p:nvSpPr>
        <p:spPr>
          <a:xfrm>
            <a:off x="3611880" y="2331720"/>
            <a:ext cx="2103120" cy="914400"/>
          </a:xfrm>
          <a:prstGeom prst="rect">
            <a:avLst/>
          </a:prstGeom>
          <a:noFill/>
          <a:ln/>
        </p:spPr>
        <p:txBody>
          <a:bodyPr wrap="square" lIns="0" tIns="0" rIns="0" bIns="0" rtlCol="0" anchor="t"/>
          <a:lstStyle/>
          <a:p>
            <a:pPr indent="0" marL="0">
              <a:buNone/>
            </a:pPr>
            <a:r>
              <a:rPr lang="en-US" sz="1900" dirty="0">
                <a:solidFill>
                  <a:schemeClr val="tx1"/>
                </a:solidFill>
              </a:rPr>
              <a:t>Pick a voice that tested OK</a:t>
            </a:r>
            <a:endParaRPr lang="en-US" sz="1900" dirty="0"/>
          </a:p>
        </p:txBody>
      </p:sp>
      <p:sp>
        <p:nvSpPr>
          <p:cNvPr id="14" name="card 3"/>
          <p:cNvSpPr/>
          <p:nvPr/>
        </p:nvSpPr>
        <p:spPr>
          <a:xfrm>
            <a:off x="6217920" y="1371600"/>
            <a:ext cx="2560320" cy="2011680"/>
          </a:xfrm>
          <a:prstGeom prst="roundRect">
            <a:avLst>
              <a:gd name="adj" fmla="val 3636"/>
            </a:avLst>
          </a:prstGeom>
          <a:solidFill>
            <a:schemeClr val="bg2"/>
          </a:solidFill>
          <a:ln/>
        </p:spPr>
      </p:sp>
      <p:sp>
        <p:nvSpPr>
          <p:cNvPr id="15" name="icon circle 3"/>
          <p:cNvSpPr/>
          <p:nvPr/>
        </p:nvSpPr>
        <p:spPr>
          <a:xfrm>
            <a:off x="6446520" y="1600200"/>
            <a:ext cx="566928" cy="566928"/>
          </a:xfrm>
          <a:prstGeom prst="ellipse">
            <a:avLst/>
          </a:prstGeom>
          <a:solidFill>
            <a:schemeClr val="tx2"/>
          </a:solidFill>
          <a:ln/>
        </p:spPr>
      </p:sp>
      <p:pic>
        <p:nvPicPr>
          <p:cNvPr id="16" name="icon 3" descr="preencoded.png">    </p:cNvPr>
          <p:cNvPicPr>
            <a:picLocks noChangeAspect="1"/>
          </p:cNvPicPr>
          <p:nvPr/>
        </p:nvPicPr>
        <p:blipFill>
          <a:blip r:embed="rId3"/>
          <a:stretch>
            <a:fillRect/>
          </a:stretch>
        </p:blipFill>
        <p:spPr>
          <a:xfrm>
            <a:off x="6583680" y="1737360"/>
            <a:ext cx="292608" cy="292608"/>
          </a:xfrm>
          <a:prstGeom prst="rect">
            <a:avLst/>
          </a:prstGeom>
        </p:spPr>
      </p:pic>
      <p:sp>
        <p:nvSpPr>
          <p:cNvPr id="17" name="Text 11"/>
          <p:cNvSpPr txBox="1"/>
          <p:nvPr/>
        </p:nvSpPr>
        <p:spPr>
          <a:xfrm>
            <a:off x="7178040" y="1600200"/>
            <a:ext cx="1371600" cy="566928"/>
          </a:xfrm>
          <a:prstGeom prst="rect">
            <a:avLst/>
          </a:prstGeom>
          <a:noFill/>
          <a:ln/>
        </p:spPr>
        <p:txBody>
          <a:bodyPr wrap="square" lIns="0" tIns="0" rIns="0" bIns="0" rtlCol="0" anchor="ctr"/>
          <a:lstStyle/>
          <a:p>
            <a:pPr indent="0" marL="0">
              <a:buNone/>
            </a:pPr>
            <a:r>
              <a:rPr lang="en-US" sz="1700" b="1" dirty="0">
                <a:solidFill>
                  <a:schemeClr val="tx2"/>
                </a:solidFill>
                <a:latin typeface="Arial" pitchFamily="34" charset="0"/>
                <a:ea typeface="Arial" pitchFamily="34" charset="-122"/>
                <a:cs typeface="Arial" pitchFamily="34" charset="-120"/>
              </a:rPr>
              <a:t>Video</a:t>
            </a:r>
            <a:endParaRPr lang="en-US" sz="1700" dirty="0"/>
          </a:p>
        </p:txBody>
      </p:sp>
      <p:sp>
        <p:nvSpPr>
          <p:cNvPr id="18" name="Text 12"/>
          <p:cNvSpPr txBox="1"/>
          <p:nvPr/>
        </p:nvSpPr>
        <p:spPr>
          <a:xfrm>
            <a:off x="6446520" y="2331720"/>
            <a:ext cx="2103120" cy="914400"/>
          </a:xfrm>
          <a:prstGeom prst="rect">
            <a:avLst/>
          </a:prstGeom>
          <a:noFill/>
          <a:ln/>
        </p:spPr>
        <p:txBody>
          <a:bodyPr wrap="square" lIns="0" tIns="0" rIns="0" bIns="0" rtlCol="0" anchor="t"/>
          <a:lstStyle/>
          <a:p>
            <a:pPr indent="0" marL="0">
              <a:buNone/>
            </a:pPr>
            <a:r>
              <a:rPr lang="en-US" sz="1900" dirty="0">
                <a:solidFill>
                  <a:schemeClr val="tx1"/>
                </a:solidFill>
              </a:rPr>
              <a:t>Fast - ffmpeg H.264, 4K, 1 per slide (VFR)</a:t>
            </a:r>
            <a:endParaRPr lang="en-US" sz="1900" dirty="0"/>
          </a:p>
        </p:txBody>
      </p:sp>
      <p:sp>
        <p:nvSpPr>
          <p:cNvPr id="19" name="card 4"/>
          <p:cNvSpPr/>
          <p:nvPr/>
        </p:nvSpPr>
        <p:spPr>
          <a:xfrm>
            <a:off x="9052560" y="1371600"/>
            <a:ext cx="2560320" cy="2011680"/>
          </a:xfrm>
          <a:prstGeom prst="roundRect">
            <a:avLst>
              <a:gd name="adj" fmla="val 3636"/>
            </a:avLst>
          </a:prstGeom>
          <a:solidFill>
            <a:schemeClr val="bg2"/>
          </a:solidFill>
          <a:ln/>
        </p:spPr>
      </p:sp>
      <p:sp>
        <p:nvSpPr>
          <p:cNvPr id="20" name="icon circle 4"/>
          <p:cNvSpPr/>
          <p:nvPr/>
        </p:nvSpPr>
        <p:spPr>
          <a:xfrm>
            <a:off x="9281160" y="1600200"/>
            <a:ext cx="566928" cy="566928"/>
          </a:xfrm>
          <a:prstGeom prst="ellipse">
            <a:avLst/>
          </a:prstGeom>
          <a:solidFill>
            <a:schemeClr val="tx2"/>
          </a:solidFill>
          <a:ln/>
        </p:spPr>
      </p:sp>
      <p:pic>
        <p:nvPicPr>
          <p:cNvPr id="21" name="icon 4" descr="preencoded.png">    </p:cNvPr>
          <p:cNvPicPr>
            <a:picLocks noChangeAspect="1"/>
          </p:cNvPicPr>
          <p:nvPr/>
        </p:nvPicPr>
        <p:blipFill>
          <a:blip r:embed="rId4"/>
          <a:stretch>
            <a:fillRect/>
          </a:stretch>
        </p:blipFill>
        <p:spPr>
          <a:xfrm>
            <a:off x="9418320" y="1737360"/>
            <a:ext cx="292608" cy="292608"/>
          </a:xfrm>
          <a:prstGeom prst="rect">
            <a:avLst/>
          </a:prstGeom>
        </p:spPr>
      </p:pic>
      <p:sp>
        <p:nvSpPr>
          <p:cNvPr id="22" name="Text 15"/>
          <p:cNvSpPr txBox="1"/>
          <p:nvPr/>
        </p:nvSpPr>
        <p:spPr>
          <a:xfrm>
            <a:off x="10012680" y="1600200"/>
            <a:ext cx="1371600" cy="566928"/>
          </a:xfrm>
          <a:prstGeom prst="rect">
            <a:avLst/>
          </a:prstGeom>
          <a:noFill/>
          <a:ln/>
        </p:spPr>
        <p:txBody>
          <a:bodyPr wrap="square" lIns="0" tIns="0" rIns="0" bIns="0" rtlCol="0" anchor="ctr"/>
          <a:lstStyle/>
          <a:p>
            <a:pPr indent="0" marL="0">
              <a:buNone/>
            </a:pPr>
            <a:r>
              <a:rPr lang="en-US" sz="1700" b="1" dirty="0">
                <a:solidFill>
                  <a:schemeClr val="tx2"/>
                </a:solidFill>
                <a:latin typeface="Arial" pitchFamily="34" charset="0"/>
                <a:ea typeface="Arial" pitchFamily="34" charset="-122"/>
                <a:cs typeface="Arial" pitchFamily="34" charset="-120"/>
              </a:rPr>
              <a:t>Start</a:t>
            </a:r>
            <a:endParaRPr lang="en-US" sz="1700" dirty="0"/>
          </a:p>
        </p:txBody>
      </p:sp>
      <p:sp>
        <p:nvSpPr>
          <p:cNvPr id="23" name="Text 16"/>
          <p:cNvSpPr txBox="1"/>
          <p:nvPr/>
        </p:nvSpPr>
        <p:spPr>
          <a:xfrm>
            <a:off x="9281160" y="2331720"/>
            <a:ext cx="2103120" cy="914400"/>
          </a:xfrm>
          <a:prstGeom prst="rect">
            <a:avLst/>
          </a:prstGeom>
          <a:noFill/>
          <a:ln/>
        </p:spPr>
        <p:txBody>
          <a:bodyPr wrap="square" lIns="0" tIns="0" rIns="0" bIns="0" rtlCol="0" anchor="t"/>
          <a:lstStyle/>
          <a:p>
            <a:pPr indent="0" marL="0">
              <a:buNone/>
            </a:pPr>
            <a:r>
              <a:rPr lang="en-US" sz="1900" dirty="0">
                <a:solidFill>
                  <a:schemeClr val="tx1"/>
                </a:solidFill>
              </a:rPr>
              <a:t>Audio and videos build in the background</a:t>
            </a:r>
            <a:endParaRPr lang="en-US" sz="19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3611880"/>
          <a:ext cx="11064240" cy="914400"/>
        </p:xfrm>
        <a:graphic>
          <a:graphicData uri="http://schemas.openxmlformats.org/drawingml/2006/table">
            <a:tbl>
              <a:tblPr/>
              <a:tblGrid>
                <a:gridCol w="5029200"/>
                <a:gridCol w="6035040"/>
              </a:tblGrid>
              <a:tr h="457200">
                <a:tc>
                  <a:txBody>
                    <a:bodyPr/>
                    <a:lstStyle/>
                    <a:p>
                      <a:pPr indent="0" marL="0">
                        <a:buNone/>
                      </a:pPr>
                      <a:r>
                        <a:rPr lang="en-US" sz="1500" b="1" dirty="0">
                          <a:solidFill>
                            <a:schemeClr val="bg1"/>
                          </a:solidFill>
                          <a:latin typeface="Arial" pitchFamily="34" charset="0"/>
                          <a:ea typeface="Arial" pitchFamily="34" charset="-122"/>
                          <a:cs typeface="Arial" pitchFamily="34" charset="-120"/>
                        </a:rPr>
                        <a:t>Saved next to each original</a:t>
                      </a:r>
                      <a:endParaRPr lang="en-US" sz="1500" dirty="0">
                        <a:latin typeface="Arial" charset="0"/>
                        <a:ea typeface="Arial" charset="0"/>
                        <a:cs typeface="Arial" charset="0"/>
                      </a:endParaRPr>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Arial" pitchFamily="34" charset="0"/>
                          <a:ea typeface="Arial" pitchFamily="34" charset="-122"/>
                          <a:cs typeface="Arial" pitchFamily="34" charset="-120"/>
                        </a:rPr>
                        <a:t>Example</a:t>
                      </a:r>
                      <a:endParaRPr lang="en-US" sz="1500" dirty="0">
                        <a:latin typeface="Arial" charset="0"/>
                        <a:ea typeface="Arial" charset="0"/>
                        <a:cs typeface="Arial" charset="0"/>
                      </a:endParaRPr>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457200">
                <a:tc>
                  <a:txBody>
                    <a:bodyPr/>
                    <a:lstStyle/>
                    <a:p>
                      <a:pPr indent="0" marL="0">
                        <a:buNone/>
                      </a:pPr>
                      <a:r>
                        <a:rPr lang="en-US" sz="1500" b="1" dirty="0">
                          <a:solidFill>
                            <a:schemeClr val="tx2"/>
                          </a:solidFill>
                        </a:rPr>
                        <a:t>Narrated PowerPoint</a:t>
                      </a:r>
                      <a:endParaRPr lang="en-US" sz="1500" dirty="0"/>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My Deck_narrated.pptx</a:t>
                      </a:r>
                      <a:endParaRPr lang="en-US" sz="1500" dirty="0"/>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indent="0" marL="0">
                        <a:buNone/>
                      </a:pPr>
                      <a:r>
                        <a:rPr lang="en-US" sz="1500" b="1" dirty="0">
                          <a:solidFill>
                            <a:schemeClr val="tx2"/>
                          </a:solidFill>
                        </a:rPr>
                        <a:t>Video</a:t>
                      </a:r>
                      <a:endParaRPr lang="en-US" sz="1500" dirty="0"/>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My Deck.mp4</a:t>
                      </a:r>
                      <a:endParaRPr lang="en-US" sz="1500" dirty="0"/>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457200">
                <a:tc>
                  <a:txBody>
                    <a:bodyPr/>
                    <a:lstStyle/>
                    <a:p>
                      <a:pPr indent="0" marL="0">
                        <a:buNone/>
                      </a:pPr>
                      <a:r>
                        <a:rPr lang="en-US" sz="1500" b="1" dirty="0">
                          <a:solidFill>
                            <a:schemeClr val="tx2"/>
                          </a:solidFill>
                        </a:rPr>
                        <a:t>Log</a:t>
                      </a:r>
                      <a:endParaRPr lang="en-US" sz="1500" dirty="0"/>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My Deck_narration.log</a:t>
                      </a:r>
                      <a:endParaRPr lang="en-US" sz="1500" dirty="0"/>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25" name="key point"/>
          <p:cNvSpPr/>
          <p:nvPr/>
        </p:nvSpPr>
        <p:spPr>
          <a:xfrm>
            <a:off x="548640" y="5577840"/>
            <a:ext cx="11064240" cy="685800"/>
          </a:xfrm>
          <a:prstGeom prst="roundRect">
            <a:avLst>
              <a:gd name="adj" fmla="val 10667"/>
            </a:avLst>
          </a:prstGeom>
          <a:solidFill>
            <a:schemeClr val="tx2"/>
          </a:solidFill>
          <a:ln/>
        </p:spPr>
      </p:sp>
      <p:pic>
        <p:nvPicPr>
          <p:cNvPr id="26" name="key icon" descr="preencoded.png">    </p:cNvPr>
          <p:cNvPicPr>
            <a:picLocks noChangeAspect="1"/>
          </p:cNvPicPr>
          <p:nvPr/>
        </p:nvPicPr>
        <p:blipFill>
          <a:blip r:embed="rId5"/>
          <a:stretch>
            <a:fillRect/>
          </a:stretch>
        </p:blipFill>
        <p:spPr>
          <a:xfrm>
            <a:off x="777240" y="5737860"/>
            <a:ext cx="365760" cy="365760"/>
          </a:xfrm>
          <a:prstGeom prst="rect">
            <a:avLst/>
          </a:prstGeom>
        </p:spPr>
      </p:pic>
      <p:sp>
        <p:nvSpPr>
          <p:cNvPr id="27" name="Text 18"/>
          <p:cNvSpPr txBox="1"/>
          <p:nvPr/>
        </p:nvSpPr>
        <p:spPr>
          <a:xfrm>
            <a:off x="1325880" y="5577840"/>
            <a:ext cx="10058400" cy="685800"/>
          </a:xfrm>
          <a:prstGeom prst="rect">
            <a:avLst/>
          </a:prstGeom>
          <a:noFill/>
          <a:ln/>
        </p:spPr>
        <p:txBody>
          <a:bodyPr wrap="square" lIns="0" tIns="0" rIns="0" bIns="0" rtlCol="0" anchor="ctr"/>
          <a:lstStyle/>
          <a:p>
            <a:pPr indent="0" marL="0">
              <a:buNone/>
            </a:pPr>
            <a:r>
              <a:rPr lang="en-US" sz="1600" dirty="0">
                <a:solidFill>
                  <a:schemeClr val="bg1"/>
                </a:solidFill>
              </a:rPr>
              <a:t>Recommended video: Fast - ffmpeg H.264  ·  4K / 2160p  ·  1 per slide (VFR)</a:t>
            </a:r>
            <a:endParaRPr lang="en-US" sz="16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Quick fixes</a:t>
            </a:r>
            <a:endParaRPr lang="en-US" sz="30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4206240"/>
                <a:gridCol w="6858000"/>
              </a:tblGrid>
              <a:tr h="640080">
                <a:tc>
                  <a:txBody>
                    <a:bodyPr/>
                    <a:lstStyle/>
                    <a:p>
                      <a:pPr indent="0" marL="0">
                        <a:buNone/>
                      </a:pPr>
                      <a:r>
                        <a:rPr lang="en-US" sz="1600" b="1" dirty="0">
                          <a:solidFill>
                            <a:schemeClr val="bg1"/>
                          </a:solidFill>
                          <a:latin typeface="Arial" pitchFamily="34" charset="0"/>
                          <a:ea typeface="Arial" pitchFamily="34" charset="-122"/>
                          <a:cs typeface="Arial" pitchFamily="34" charset="-120"/>
                        </a:rPr>
                        <a:t>Problem</a:t>
                      </a:r>
                      <a:endParaRPr lang="en-US" sz="1600" dirty="0">
                        <a:latin typeface="Arial" charset="0"/>
                        <a:ea typeface="Arial" charset="0"/>
                        <a:cs typeface="Arial" charset="0"/>
                      </a:endParaRPr>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latin typeface="Arial" pitchFamily="34" charset="0"/>
                          <a:ea typeface="Arial" pitchFamily="34" charset="-122"/>
                          <a:cs typeface="Arial" pitchFamily="34" charset="-120"/>
                        </a:rPr>
                        <a:t>Fix</a:t>
                      </a:r>
                      <a:endParaRPr lang="en-US" sz="1600" dirty="0">
                        <a:latin typeface="Arial" charset="0"/>
                        <a:ea typeface="Arial" charset="0"/>
                        <a:cs typeface="Arial" charset="0"/>
                      </a:endParaRPr>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640080">
                <a:tc>
                  <a:txBody>
                    <a:bodyPr/>
                    <a:lstStyle/>
                    <a:p>
                      <a:pPr indent="0" marL="0">
                        <a:buNone/>
                      </a:pPr>
                      <a:r>
                        <a:rPr lang="en-US" sz="1600" b="1" dirty="0">
                          <a:solidFill>
                            <a:schemeClr val="tx2"/>
                          </a:solidFill>
                        </a:rPr>
                        <a:t>Voice: "Class not registered"</a:t>
                      </a:r>
                      <a:endParaRPr lang="en-US" sz="1600" dirty="0"/>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Run Installer.exe as administrator. Reinstall 32-bit and 64-bit.</a:t>
                      </a:r>
                      <a:endParaRPr lang="en-US" sz="1600" dirty="0"/>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640080">
                <a:tc>
                  <a:txBody>
                    <a:bodyPr/>
                    <a:lstStyle/>
                    <a:p>
                      <a:pPr indent="0" marL="0">
                        <a:buNone/>
                      </a:pPr>
                      <a:r>
                        <a:rPr lang="en-US" sz="1600" b="1" dirty="0">
                          <a:solidFill>
                            <a:schemeClr val="tx2"/>
                          </a:solidFill>
                        </a:rPr>
                        <a:t>Online voices fail part-way</a:t>
                      </a:r>
                      <a:endParaRPr lang="en-US" sz="1600" dirty="0"/>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Lower "Slides at once" to 2 or 3</a:t>
                      </a:r>
                      <a:endParaRPr lang="en-US" sz="1600" dirty="0"/>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640080">
                <a:tc>
                  <a:txBody>
                    <a:bodyPr/>
                    <a:lstStyle/>
                    <a:p>
                      <a:pPr indent="0" marL="0">
                        <a:buNone/>
                      </a:pPr>
                      <a:r>
                        <a:rPr lang="en-US" sz="1600" b="1" dirty="0">
                          <a:solidFill>
                            <a:schemeClr val="tx2"/>
                          </a:solidFill>
                        </a:rPr>
                        <a:t>H.265 video won't play in a browser</a:t>
                      </a:r>
                      <a:endParaRPr lang="en-US" sz="1600" dirty="0"/>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Use Fast - ffmpeg H.264</a:t>
                      </a:r>
                      <a:endParaRPr lang="en-US" sz="1600" dirty="0"/>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640080">
                <a:tc>
                  <a:txBody>
                    <a:bodyPr/>
                    <a:lstStyle/>
                    <a:p>
                      <a:pPr indent="0" marL="0">
                        <a:buNone/>
                      </a:pPr>
                      <a:r>
                        <a:rPr lang="en-US" sz="1600" b="1" dirty="0">
                          <a:solidFill>
                            <a:schemeClr val="tx2"/>
                          </a:solidFill>
                        </a:rPr>
                        <a:t>Video stutters in a player</a:t>
                      </a:r>
                      <a:endParaRPr lang="en-US" sz="1600" dirty="0"/>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Change Frame rate from 1 per slide to 5 or 10 fps</a:t>
                      </a:r>
                      <a:endParaRPr lang="en-US" sz="1600" dirty="0"/>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640080">
                <a:tc>
                  <a:txBody>
                    <a:bodyPr/>
                    <a:lstStyle/>
                    <a:p>
                      <a:pPr indent="0" marL="0">
                        <a:buNone/>
                      </a:pPr>
                      <a:r>
                        <a:rPr lang="en-US" sz="1600" b="1" dirty="0">
                          <a:solidFill>
                            <a:schemeClr val="tx2"/>
                          </a:solidFill>
                        </a:rPr>
                        <a:t>Need animations in the video</a:t>
                      </a:r>
                      <a:endParaRPr lang="en-US" sz="1600" dirty="0"/>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Use the PowerPoint video method</a:t>
                      </a:r>
                      <a:endParaRPr lang="en-US" sz="1600" dirty="0"/>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640080">
                <a:tc>
                  <a:txBody>
                    <a:bodyPr/>
                    <a:lstStyle/>
                    <a:p>
                      <a:pPr indent="0" marL="0">
                        <a:buNone/>
                      </a:pPr>
                      <a:r>
                        <a:rPr lang="en-US" sz="1600" b="1" dirty="0">
                          <a:solidFill>
                            <a:schemeClr val="tx2"/>
                          </a:solidFill>
                        </a:rPr>
                        <a:t>Anything else</a:t>
                      </a:r>
                      <a:endParaRPr lang="en-US" sz="1600" dirty="0"/>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Read &lt;deck&gt;_narration.log</a:t>
                      </a:r>
                      <a:endParaRPr lang="en-US" sz="1600" dirty="0"/>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Version history</a:t>
            </a:r>
            <a:endParaRPr lang="en-US" sz="30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8321040"/>
              </a:tblGrid>
              <a:tr h="566928">
                <a:tc>
                  <a:txBody>
                    <a:bodyPr/>
                    <a:lstStyle/>
                    <a:p>
                      <a:pPr indent="0" marL="0">
                        <a:buNone/>
                      </a:pPr>
                      <a:r>
                        <a:rPr lang="en-US" sz="1600" b="1" dirty="0">
                          <a:solidFill>
                            <a:schemeClr val="bg1"/>
                          </a:solidFill>
                          <a:latin typeface="Arial" pitchFamily="34" charset="0"/>
                          <a:ea typeface="Arial" pitchFamily="34" charset="-122"/>
                          <a:cs typeface="Arial" pitchFamily="34" charset="-120"/>
                        </a:rPr>
                        <a:t>Version</a:t>
                      </a:r>
                      <a:endParaRPr lang="en-US" sz="1600" dirty="0">
                        <a:latin typeface="Arial" charset="0"/>
                        <a:ea typeface="Arial" charset="0"/>
                        <a:cs typeface="Arial" charset="0"/>
                      </a:endParaRPr>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latin typeface="Arial" pitchFamily="34" charset="0"/>
                          <a:ea typeface="Arial" pitchFamily="34" charset="-122"/>
                          <a:cs typeface="Arial" pitchFamily="34" charset="-120"/>
                        </a:rPr>
                        <a:t>What changed</a:t>
                      </a:r>
                      <a:endParaRPr lang="en-US" sz="1600" dirty="0">
                        <a:latin typeface="Arial" charset="0"/>
                        <a:ea typeface="Arial" charset="0"/>
                        <a:cs typeface="Arial" charset="0"/>
                      </a:endParaRPr>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566928">
                <a:tc>
                  <a:txBody>
                    <a:bodyPr/>
                    <a:lstStyle/>
                    <a:p>
                      <a:pPr indent="0" marL="0">
                        <a:buNone/>
                      </a:pPr>
                      <a:r>
                        <a:rPr lang="en-US" sz="1600" b="1" dirty="0">
                          <a:solidFill>
                            <a:schemeClr val="tx2"/>
                          </a:solidFill>
                        </a:rPr>
                        <a:t>1  Script</a:t>
                      </a:r>
                      <a:endParaRPr lang="en-US" sz="1600" dirty="0"/>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One deck, command line</a:t>
                      </a:r>
                      <a:endParaRPr lang="en-US" sz="1600" dirty="0"/>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66928">
                <a:tc>
                  <a:txBody>
                    <a:bodyPr/>
                    <a:lstStyle/>
                    <a:p>
                      <a:pPr indent="0" marL="0">
                        <a:buNone/>
                      </a:pPr>
                      <a:r>
                        <a:rPr lang="en-US" sz="1600" b="1" dirty="0">
                          <a:solidFill>
                            <a:schemeClr val="tx2"/>
                          </a:solidFill>
                        </a:rPr>
                        <a:t>2  App</a:t>
                      </a:r>
                      <a:endParaRPr lang="en-US" sz="1600" dirty="0"/>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Drag and drop, voice list, Preview, video up to 4K</a:t>
                      </a:r>
                      <a:endParaRPr lang="en-US" sz="1600" dirty="0"/>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566928">
                <a:tc>
                  <a:txBody>
                    <a:bodyPr/>
                    <a:lstStyle/>
                    <a:p>
                      <a:pPr indent="0" marL="0">
                        <a:buNone/>
                      </a:pPr>
                      <a:r>
                        <a:rPr lang="en-US" sz="1600" b="1" dirty="0">
                          <a:solidFill>
                            <a:schemeClr val="tx2"/>
                          </a:solidFill>
                        </a:rPr>
                        <a:t>3  Reliability</a:t>
                      </a:r>
                      <a:endParaRPr lang="en-US" sz="1600" dirty="0"/>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Text clean-up, retries, log file</a:t>
                      </a:r>
                      <a:endParaRPr lang="en-US" sz="1600" dirty="0"/>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66928">
                <a:tc>
                  <a:txBody>
                    <a:bodyPr/>
                    <a:lstStyle/>
                    <a:p>
                      <a:pPr indent="0" marL="0">
                        <a:buNone/>
                      </a:pPr>
                      <a:r>
                        <a:rPr lang="en-US" sz="1600" b="1" dirty="0">
                          <a:solidFill>
                            <a:schemeClr val="tx2"/>
                          </a:solidFill>
                        </a:rPr>
                        <a:t>4  Voice engines</a:t>
                      </a:r>
                      <a:endParaRPr lang="en-US" sz="1600" dirty="0"/>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Windows speech, 32-bit engine, Test voices</a:t>
                      </a:r>
                      <a:endParaRPr lang="en-US" sz="1600" dirty="0"/>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566928">
                <a:tc>
                  <a:txBody>
                    <a:bodyPr/>
                    <a:lstStyle/>
                    <a:p>
                      <a:pPr indent="0" marL="0">
                        <a:buNone/>
                      </a:pPr>
                      <a:r>
                        <a:rPr lang="en-US" sz="1600" b="1" dirty="0">
                          <a:solidFill>
                            <a:schemeClr val="tx2"/>
                          </a:solidFill>
                        </a:rPr>
                        <a:t>5  Batch</a:t>
                      </a:r>
                      <a:endParaRPr lang="en-US" sz="1600" dirty="0"/>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Many decks, per-deck logs, parallel audio</a:t>
                      </a:r>
                      <a:endParaRPr lang="en-US" sz="1600" dirty="0"/>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66928">
                <a:tc>
                  <a:txBody>
                    <a:bodyPr/>
                    <a:lstStyle/>
                    <a:p>
                      <a:pPr indent="0" marL="0">
                        <a:buNone/>
                      </a:pPr>
                      <a:r>
                        <a:rPr lang="en-US" sz="1600" b="1" dirty="0">
                          <a:solidFill>
                            <a:schemeClr val="tx2"/>
                          </a:solidFill>
                        </a:rPr>
                        <a:t>6  Fast video</a:t>
                      </a:r>
                      <a:endParaRPr lang="en-US" sz="1600" dirty="0"/>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ffmpeg H.264 or H.265, several videos at once</a:t>
                      </a:r>
                      <a:endParaRPr lang="en-US" sz="1600" dirty="0"/>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566928">
                <a:tc>
                  <a:txBody>
                    <a:bodyPr/>
                    <a:lstStyle/>
                    <a:p>
                      <a:pPr indent="0" marL="0">
                        <a:buNone/>
                      </a:pPr>
                      <a:r>
                        <a:rPr lang="en-US" sz="1600" b="1" dirty="0">
                          <a:solidFill>
                            <a:schemeClr val="tx2"/>
                          </a:solidFill>
                        </a:rPr>
                        <a:t>7  Video options</a:t>
                      </a:r>
                      <a:endParaRPr lang="en-US" sz="1600" dirty="0"/>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Chapters, AAC audio, resolution and frame-rate menus, 1 frame per slide</a:t>
                      </a:r>
                      <a:endParaRPr lang="en-US" sz="1600" dirty="0"/>
                    </a:p>
                  </a:txBody>
                  <a:tcPr marL="91440" marR="91440"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BSBWHS309 Navy">
  <a:themeElements>
    <a:clrScheme name="BSBWHS309 Navy">
      <a:dk1>
        <a:srgbClr val="1B2340"/>
      </a:dk1>
      <a:lt1>
        <a:srgbClr val="FFFFFF"/>
      </a:lt1>
      <a:dk2>
        <a:srgbClr val="25336C"/>
      </a:dk2>
      <a:lt2>
        <a:srgbClr val="EEF1FA"/>
      </a:lt2>
      <a:accent1>
        <a:srgbClr val="6F83D4"/>
      </a:accent1>
      <a:accent2>
        <a:srgbClr val="FFC000"/>
      </a:accent2>
      <a:accent3>
        <a:srgbClr val="0B5CAD"/>
      </a:accent3>
      <a:accent4>
        <a:srgbClr val="C7CDEE"/>
      </a:accent4>
      <a:accent5>
        <a:srgbClr val="4BBFE6"/>
      </a:accent5>
      <a:accent6>
        <a:srgbClr val="6B7280"/>
      </a:accent6>
      <a:hlink>
        <a:srgbClr val="0B5CAD"/>
      </a:hlink>
      <a:folHlink>
        <a:srgbClr val="6F83D4"/>
      </a:folHlink>
    </a:clrScheme>
    <a:fontScheme name="BSBWHS309 Nav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Narrator Setup Guide</dc:title>
  <dc:subject>BSBWHS309</dc:subject>
  <dc:creator>Harley Calvert</dc:creator>
  <cp:lastModifiedBy>Harley Calvert</cp:lastModifiedBy>
  <cp:revision>1</cp:revision>
  <dcterms:created xsi:type="dcterms:W3CDTF">2026-10-06T02:04:26Z</dcterms:created>
  <dcterms:modified xsi:type="dcterms:W3CDTF">2026-10-06T02:04:26Z</dcterms:modified>
</cp:coreProperties>
</file>